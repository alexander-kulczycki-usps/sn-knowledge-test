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948_E0403512.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6.xml" ContentType="application/vnd.openxmlformats-officedocument.presentationml.notesSlide+xml"/>
  <Override PartName="/ppt/comments/modernComment_107_5F90466E.xml" ContentType="application/vnd.ms-powerpoint.comments+xml"/>
  <Override PartName="/ppt/notesSlides/notesSlide7.xml" ContentType="application/vnd.openxmlformats-officedocument.presentationml.notesSlide+xml"/>
  <Override PartName="/ppt/ink/ink6.xml" ContentType="application/inkml+xml"/>
  <Override PartName="/ppt/notesSlides/notesSlide8.xml" ContentType="application/vnd.openxmlformats-officedocument.presentationml.notesSlide+xml"/>
  <Override PartName="/ppt/comments/modernComment_10A_FB8FC48.xml" ContentType="application/vnd.ms-powerpoint.comments+xml"/>
  <Override PartName="/ppt/notesSlides/notesSlide9.xml" ContentType="application/vnd.openxmlformats-officedocument.presentationml.notesSlide+xml"/>
  <Override PartName="/ppt/comments/modernComment_10F_D9CD16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E_CE0856C2.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5.xml" ContentType="application/vnd.openxmlformats-officedocument.presentationml.notesSlide+xml"/>
  <Override PartName="/ppt/ink/ink12.xml" ContentType="application/inkml+xml"/>
  <Override PartName="/ppt/ink/ink13.xml" ContentType="application/inkml+xml"/>
  <Override PartName="/ppt/notesSlides/notesSlide16.xml" ContentType="application/vnd.openxmlformats-officedocument.presentationml.notesSlide+xml"/>
  <Override PartName="/ppt/ink/ink14.xml" ContentType="application/inkml+xml"/>
  <Override PartName="/ppt/ink/ink15.xml" ContentType="application/inkml+xml"/>
  <Override PartName="/ppt/notesSlides/notesSlide17.xml" ContentType="application/vnd.openxmlformats-officedocument.presentationml.notesSlide+xml"/>
  <Override PartName="/ppt/ink/ink16.xml" ContentType="application/inkml+xml"/>
  <Override PartName="/ppt/notesSlides/notesSlide18.xml" ContentType="application/vnd.openxmlformats-officedocument.presentationml.notesSlide+xml"/>
  <Override PartName="/ppt/ink/ink17.xml" ContentType="application/inkml+xml"/>
  <Override PartName="/ppt/ink/ink18.xml" ContentType="application/inkml+xml"/>
  <Override PartName="/ppt/notesSlides/notesSlide19.xml" ContentType="application/vnd.openxmlformats-officedocument.presentationml.notesSlide+xml"/>
  <Override PartName="/ppt/ink/ink19.xml" ContentType="application/inkml+xml"/>
  <Override PartName="/ppt/notesSlides/notesSlide20.xml" ContentType="application/vnd.openxmlformats-officedocument.presentationml.notesSlide+xml"/>
  <Override PartName="/ppt/ink/ink20.xml" ContentType="application/inkml+xml"/>
  <Override PartName="/ppt/notesSlides/notesSlide21.xml" ContentType="application/vnd.openxmlformats-officedocument.presentationml.notesSlide+xml"/>
  <Override PartName="/ppt/comments/modernComment_7FFFF947_E4039812.xml" ContentType="application/vnd.ms-powerpoint.comments+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38"/>
  </p:notesMasterIdLst>
  <p:sldIdLst>
    <p:sldId id="2147481916" r:id="rId6"/>
    <p:sldId id="2147481920" r:id="rId7"/>
    <p:sldId id="2147481928" r:id="rId8"/>
    <p:sldId id="2147481921" r:id="rId9"/>
    <p:sldId id="2147481929" r:id="rId10"/>
    <p:sldId id="258" r:id="rId11"/>
    <p:sldId id="261" r:id="rId12"/>
    <p:sldId id="262" r:id="rId13"/>
    <p:sldId id="2147481930" r:id="rId14"/>
    <p:sldId id="263" r:id="rId15"/>
    <p:sldId id="265" r:id="rId16"/>
    <p:sldId id="2147481931" r:id="rId17"/>
    <p:sldId id="266" r:id="rId18"/>
    <p:sldId id="2147481932" r:id="rId19"/>
    <p:sldId id="271" r:id="rId20"/>
    <p:sldId id="272" r:id="rId21"/>
    <p:sldId id="270" r:id="rId22"/>
    <p:sldId id="2147481926" r:id="rId23"/>
    <p:sldId id="273" r:id="rId24"/>
    <p:sldId id="2147481933" r:id="rId25"/>
    <p:sldId id="2147481934" r:id="rId26"/>
    <p:sldId id="2147481936" r:id="rId27"/>
    <p:sldId id="2147481919" r:id="rId28"/>
    <p:sldId id="259" r:id="rId29"/>
    <p:sldId id="268" r:id="rId30"/>
    <p:sldId id="269" r:id="rId31"/>
    <p:sldId id="2147481922" r:id="rId32"/>
    <p:sldId id="2147481923" r:id="rId33"/>
    <p:sldId id="2147481924" r:id="rId34"/>
    <p:sldId id="2147481925" r:id="rId35"/>
    <p:sldId id="2147481927" r:id="rId36"/>
    <p:sldId id="214748193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8562AC-9573-4F91-AD1B-1E45C8AF5008}">
          <p14:sldIdLst>
            <p14:sldId id="2147481916"/>
            <p14:sldId id="2147481920"/>
            <p14:sldId id="2147481928"/>
            <p14:sldId id="2147481921"/>
            <p14:sldId id="2147481929"/>
            <p14:sldId id="258"/>
            <p14:sldId id="261"/>
            <p14:sldId id="262"/>
            <p14:sldId id="2147481930"/>
            <p14:sldId id="263"/>
            <p14:sldId id="265"/>
            <p14:sldId id="2147481931"/>
            <p14:sldId id="266"/>
            <p14:sldId id="2147481932"/>
            <p14:sldId id="271"/>
            <p14:sldId id="272"/>
            <p14:sldId id="270"/>
            <p14:sldId id="2147481926"/>
            <p14:sldId id="273"/>
            <p14:sldId id="2147481933"/>
            <p14:sldId id="2147481934"/>
            <p14:sldId id="2147481936"/>
          </p14:sldIdLst>
        </p14:section>
        <p14:section name="Appendix" id="{58A05216-E37D-4368-90B6-6C54A619DEA1}">
          <p14:sldIdLst>
            <p14:sldId id="2147481919"/>
            <p14:sldId id="259"/>
            <p14:sldId id="268"/>
            <p14:sldId id="269"/>
            <p14:sldId id="2147481922"/>
            <p14:sldId id="2147481923"/>
            <p14:sldId id="2147481924"/>
            <p14:sldId id="2147481925"/>
            <p14:sldId id="2147481927"/>
            <p14:sldId id="214748193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0B303C6-DAFB-B921-0C71-B6B9B0539A8B}" name="Macejkovic, Amie M - Eagan, MN" initials="AM" userId="S::Amie.M.Macejkovic@usps.gov::ef83171f-8c80-4c21-8295-370e03791494" providerId="AD"/>
  <p188:author id="{299434C8-943A-73B4-BFEA-F01554FB9C61}" name="Kulczycki, Alexander - St Louis, MO" initials="KM" userId="S::alexander.kulczycki@usps.gov::7be66df1-a0ff-46b7-943d-bf239a61b79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407910-8330-4043-B7D6-2627F2589A36}" v="325" dt="2026-04-10T20:46:46.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notesMaster" Target="notesMasters/notesMaster1.xml"/></Relationships>
</file>

<file path=ppt/comments/modernComment_7FFFF947_E4039812.xml><?xml version="1.0" encoding="utf-8"?>
<p188:cmLst xmlns:a="http://schemas.openxmlformats.org/drawingml/2006/main" xmlns:r="http://schemas.openxmlformats.org/officeDocument/2006/relationships" xmlns:p188="http://schemas.microsoft.com/office/powerpoint/2018/8/main">
  <p188:cm id="{D8533535-C725-42DD-90BE-9AA7C040A61A}" authorId="{299434C8-943A-73B4-BFEA-F01554FB9C61}" created="2026-03-31T19:48:42.948">
    <pc:sldMkLst xmlns:pc="http://schemas.microsoft.com/office/powerpoint/2013/main/command">
      <pc:docMk/>
      <pc:sldMk cId="3825440786" sldId="2147481927"/>
    </pc:sldMkLst>
    <p188:replyLst>
      <p188:reply id="{F87B7E83-1B3C-4AEE-8C4B-7A4CBB1D0F12}" authorId="{B0B303C6-DAFB-B921-0C71-B6B9B0539A8B}" created="2026-04-01T13:02:48.772">
        <p188:txBody>
          <a:bodyPr/>
          <a:lstStyle/>
          <a:p>
            <a:r>
              <a:rPr lang="en-US"/>
              <a:t>The Appendix items are for reference and won’t be shown during the presentation
</a:t>
            </a:r>
          </a:p>
        </p188:txBody>
      </p188:reply>
    </p188:replyLst>
    <p188:txBody>
      <a:bodyPr/>
      <a:lstStyle/>
      <a:p>
        <a:r>
          <a:rPr lang="en-US"/>
          <a:t>If someone asks why there is a slide (2/2) but no slide (1/2), this was referring to Slide 18.  "Feedback Notification"  </a:t>
        </a:r>
      </a:p>
    </p188:txBody>
  </p188:cm>
</p188:cmLst>
</file>

<file path=ppt/comments/modernComment_7FFFF948_E0403512.xml><?xml version="1.0" encoding="utf-8"?>
<p188:cmLst xmlns:a="http://schemas.openxmlformats.org/drawingml/2006/main" xmlns:r="http://schemas.openxmlformats.org/officeDocument/2006/relationships" xmlns:p188="http://schemas.microsoft.com/office/powerpoint/2018/8/main">
  <p188:cm id="{20051499-CFC1-4ED9-93C8-30065983E7D7}" authorId="{299434C8-943A-73B4-BFEA-F01554FB9C61}" status="resolved" created="2026-03-31T19:23:44.746" complete="100000">
    <ac:txMkLst xmlns:ac="http://schemas.microsoft.com/office/drawing/2013/main/command">
      <pc:docMk xmlns:pc="http://schemas.microsoft.com/office/powerpoint/2013/main/command"/>
      <pc:sldMk xmlns:pc="http://schemas.microsoft.com/office/powerpoint/2013/main/command" cId="3762304274" sldId="2147481928"/>
      <ac:spMk id="5" creationId="{952E4162-4931-5AF3-C70C-235A5E2AE31B}"/>
      <ac:txMk cp="74">
        <ac:context len="290" hash="1717189773"/>
      </ac:txMk>
    </ac:txMkLst>
    <p188:pos x="4707037" y="868101"/>
    <p188:replyLst>
      <p188:reply id="{A2A78B21-72FF-4F54-9559-BFF1333374B0}" authorId="{B0B303C6-DAFB-B921-0C71-B6B9B0539A8B}" created="2026-03-31T19:45:36.662">
        <p188:txBody>
          <a:bodyPr/>
          <a:lstStyle/>
          <a:p>
            <a:r>
              <a:rPr lang="en-US"/>
              <a:t>Can you verify please?</a:t>
            </a:r>
          </a:p>
        </p188:txBody>
      </p188:reply>
      <p188:reply id="{E0590FD7-8B96-408D-81A5-102D86655C63}" authorId="{299434C8-943A-73B4-BFEA-F01554FB9C61}" created="2026-03-31T20:02:39.516">
        <p188:txBody>
          <a:bodyPr/>
          <a:lstStyle/>
          <a:p>
            <a:r>
              <a:rPr lang="en-US"/>
              <a:t>I'll try to find the right user to verify.  The reason I said author could see was because the one I tested had Itil and could go to backend view.  I'll have to look for a user who has Knowledge but not Itil, and see if they can submit articles.</a:t>
            </a:r>
          </a:p>
        </p188:txBody>
      </p188:reply>
      <p188:reply id="{C5D30B23-EE36-4196-B3B0-C38FAE046F54}" authorId="{299434C8-943A-73B4-BFEA-F01554FB9C61}" created="2026-03-31T21:44:58.286">
        <p188:txBody>
          <a:bodyPr/>
          <a:lstStyle/>
          <a:p>
            <a:r>
              <a:rPr lang="en-US"/>
              <a:t>As I thought, if a non-Itil user submits a KBA with sections restricted to a group of which they are not a member, then once approved, the author can't see the restricted sections.  I impersonated user Devonta Childs and created article KB0258225 on usps14.</a:t>
            </a:r>
          </a:p>
        </p188:txBody>
      </p188:reply>
      <p188:reply id="{FD9EC637-1FE0-4086-9739-A0D5F5A1600D}" authorId="{299434C8-943A-73B4-BFEA-F01554FB9C61}" created="2026-03-31T21:46:07.991">
        <p188:txBody>
          <a:bodyPr/>
          <a:lstStyle/>
          <a:p>
            <a:r>
              <a:rPr lang="en-US"/>
              <a:t>Note that an approver can restrict the article or sections, even if the author did not originally restrict anything.</a:t>
            </a:r>
          </a:p>
        </p188:txBody>
      </p188:reply>
    </p188:replyLst>
    <p188:txBody>
      <a:bodyPr/>
      <a:lstStyle/>
      <a:p>
        <a:r>
          <a:rPr lang="en-US"/>
          <a:t>I'm not sure that's true if the article has sections restricted to groups inaccessible to the author, once the article is published.</a:t>
        </a:r>
      </a:p>
    </p188:txBody>
    <p188:extLst>
      <p:ext xmlns:p="http://schemas.openxmlformats.org/presentationml/2006/main" uri="{57CB4572-C831-44C2-8A1C-0ADB6CCDFE69}">
        <p223:reactions xmlns:p223="http://schemas.microsoft.com/office/powerpoint/2022/03/main">
          <p223:rxn type="👍">
            <p223:instance time="2026-04-01T13:01:14.700" authorId="{B0B303C6-DAFB-B921-0C71-B6B9B0539A8B}"/>
          </p223:rxn>
        </p223:reactions>
      </p:ext>
    </p188:extLst>
  </p188:cm>
</p188:cmLst>
</file>

<file path=ppt/comments/modernComment_10A_FB8FC48.xml><?xml version="1.0" encoding="utf-8"?>
<p188:cmLst xmlns:a="http://schemas.openxmlformats.org/drawingml/2006/main" xmlns:r="http://schemas.openxmlformats.org/officeDocument/2006/relationships" xmlns:p188="http://schemas.microsoft.com/office/powerpoint/2018/8/main">
  <p188:cm id="{BCDAA8E6-E279-4BE5-86CC-5AD112D6BA71}" authorId="{B0B303C6-DAFB-B921-0C71-B6B9B0539A8B}" status="resolved" created="2026-03-26T16:31:36.516" complete="100000">
    <ac:deMkLst xmlns:ac="http://schemas.microsoft.com/office/drawing/2013/main/command">
      <pc:docMk xmlns:pc="http://schemas.microsoft.com/office/powerpoint/2013/main/command"/>
      <pc:sldMk xmlns:pc="http://schemas.microsoft.com/office/powerpoint/2013/main/command" cId="263781448" sldId="266"/>
      <ac:picMk id="5" creationId="{920FAC1A-5740-8BD4-0FD5-3E624FA4D0C0}"/>
    </ac:deMkLst>
    <p188:replyLst>
      <p188:reply id="{8D220F9C-3303-463C-8588-EED864DE9D32}" authorId="{299434C8-943A-73B4-BFEA-F01554FB9C61}" created="2026-03-26T17:14:23.099">
        <p188:txBody>
          <a:bodyPr/>
          <a:lstStyle/>
          <a:p>
            <a:r>
              <a:rPr lang="en-US"/>
              <a:t>Yes.  User creates and article - it is in Draft status.  User submits the article.  It goes to Review status.  Reviewer rejects it.  So it goes back to Draft status.</a:t>
            </a:r>
          </a:p>
        </p188:txBody>
      </p188:reply>
      <p188:reply id="{348DDC65-41EF-49E5-9E37-93FE45BD0BF5}" authorId="{B0B303C6-DAFB-B921-0C71-B6B9B0539A8B}" created="2026-03-26T17:46:13.363">
        <p188:txBody>
          <a:bodyPr/>
          <a:lstStyle/>
          <a:p>
            <a:r>
              <a:rPr lang="en-US"/>
              <a:t>Ok, so Review is when it’s waiting for an approval.
</a:t>
            </a:r>
          </a:p>
        </p188:txBody>
        <p188:extLst>
          <p:ext xmlns:p="http://schemas.openxmlformats.org/presentationml/2006/main" uri="{57CB4572-C831-44C2-8A1C-0ADB6CCDFE69}">
            <p223:reactions xmlns:p223="http://schemas.microsoft.com/office/powerpoint/2022/03/main">
              <p223:rxn type="👍">
                <p223:instance time="2026-03-26T18:33:06.381" authorId="{299434C8-943A-73B4-BFEA-F01554FB9C61}"/>
              </p223:rxn>
            </p223:reactions>
          </p:ext>
        </p188:extLst>
      </p188:reply>
      <p188:reply id="{2CDFB02A-9F11-451E-A862-9B5D3DD00934}" authorId="{B0B303C6-DAFB-B921-0C71-B6B9B0539A8B}" created="2026-03-27T23:17:46.582">
        <p188:txBody>
          <a:bodyPr/>
          <a:lstStyle/>
          <a:p>
            <a:r>
              <a:rPr lang="en-US"/>
              <a:t>[@Kulczycki, Alexander - St Louis, MO]  - is this Reject a new process altogether?  Or just the fact that the OG can reject it?</a:t>
            </a:r>
          </a:p>
        </p188:txBody>
      </p188:reply>
      <p188:reply id="{D6FA0706-1663-4B48-9603-6A2AA00519E3}" authorId="{299434C8-943A-73B4-BFEA-F01554FB9C61}" created="2026-03-30T17:56:07.687">
        <p188:txBody>
          <a:bodyPr/>
          <a:lstStyle/>
          <a:p>
            <a:r>
              <a:rPr lang="en-US"/>
              <a:t>Just the fact that OG can reject the approval (OOB).  Previously (custom), Reviewer and Publisher Group could reject the approval.</a:t>
            </a:r>
          </a:p>
        </p188:txBody>
        <p188:extLst>
          <p:ext xmlns:p="http://schemas.openxmlformats.org/presentationml/2006/main" uri="{57CB4572-C831-44C2-8A1C-0ADB6CCDFE69}">
            <p223:reactions xmlns:p223="http://schemas.microsoft.com/office/powerpoint/2022/03/main">
              <p223:rxn type="👍">
                <p223:instance time="2026-03-30T19:25:00.071" authorId="{B0B303C6-DAFB-B921-0C71-B6B9B0539A8B}"/>
              </p223:rxn>
            </p223:reactions>
          </p:ext>
        </p188:extLst>
      </p188:reply>
    </p188:replyLst>
    <p188:txBody>
      <a:bodyPr/>
      <a:lstStyle/>
      <a:p>
        <a:r>
          <a:rPr lang="en-US"/>
          <a:t>[@Kulczycki, Alexander - St Louis, MO]  - what is this Review status?  Is this just in Review when the article gets rejected?</a:t>
        </a:r>
      </a:p>
    </p188:txBody>
  </p188:cm>
</p188:cmLst>
</file>

<file path=ppt/comments/modernComment_10E_CE0856C2.xml><?xml version="1.0" encoding="utf-8"?>
<p188:cmLst xmlns:a="http://schemas.openxmlformats.org/drawingml/2006/main" xmlns:r="http://schemas.openxmlformats.org/officeDocument/2006/relationships" xmlns:p188="http://schemas.microsoft.com/office/powerpoint/2018/8/main">
  <p188:cm id="{DBF183A4-1061-4F89-9BC9-ADEB3EAA999F}" authorId="{B0B303C6-DAFB-B921-0C71-B6B9B0539A8B}" status="resolved" created="2026-03-26T16:28:05.680" complete="100000">
    <ac:txMkLst xmlns:ac="http://schemas.microsoft.com/office/drawing/2013/main/command">
      <pc:docMk xmlns:pc="http://schemas.microsoft.com/office/powerpoint/2013/main/command"/>
      <pc:sldMk xmlns:pc="http://schemas.microsoft.com/office/powerpoint/2013/main/command" cId="3456652994" sldId="270"/>
      <ac:spMk id="2" creationId="{8EC7104C-0055-9A47-4898-37E33B8B2BAE}"/>
      <ac:txMk cp="0">
        <ac:context len="20" hash="3578846037"/>
      </ac:txMk>
    </ac:txMkLst>
    <p188:pos x="4415210" y="262391"/>
    <p188:replyLst>
      <p188:reply id="{BC5F6116-1061-456C-B742-DB210912E6DC}" authorId="{299434C8-943A-73B4-BFEA-F01554FB9C61}" created="2026-03-26T17:06:48.374">
        <p188:txBody>
          <a:bodyPr/>
          <a:lstStyle/>
          <a:p>
            <a:r>
              <a:rPr lang="en-US"/>
              <a:t>Yes, the only thing that changes is the email recipients.</a:t>
            </a:r>
          </a:p>
        </p188:txBody>
        <p188:extLst>
          <p:ext xmlns:p="http://schemas.openxmlformats.org/presentationml/2006/main" uri="{57CB4572-C831-44C2-8A1C-0ADB6CCDFE69}">
            <p223:reactions xmlns:p223="http://schemas.microsoft.com/office/powerpoint/2022/03/main">
              <p223:rxn type="👍">
                <p223:instance time="2026-03-26T17:46:25.546" authorId="{B0B303C6-DAFB-B921-0C71-B6B9B0539A8B}"/>
              </p223:rxn>
            </p223:reactions>
          </p:ext>
        </p188:extLst>
      </p188:reply>
    </p188:replyLst>
    <p188:txBody>
      <a:bodyPr/>
      <a:lstStyle/>
      <a:p>
        <a:r>
          <a:rPr lang="en-US"/>
          <a:t>[@Kulczycki, Alexander - St Louis, MO]  - is the only thing changing with these notifications is that it’s going to the OOB ownership group vs the custom owner group?</a:t>
        </a:r>
      </a:p>
    </p188:txBody>
  </p188:cm>
</p188:cmLst>
</file>

<file path=ppt/comments/modernComment_10F_D9CD160.xml><?xml version="1.0" encoding="utf-8"?>
<p188:cmLst xmlns:a="http://schemas.openxmlformats.org/drawingml/2006/main" xmlns:r="http://schemas.openxmlformats.org/officeDocument/2006/relationships" xmlns:p188="http://schemas.microsoft.com/office/powerpoint/2018/8/main">
  <p188:cm id="{DA2136C4-6795-4303-AFC4-DC139104F40E}" authorId="{B0B303C6-DAFB-B921-0C71-B6B9B0539A8B}" status="resolved" created="2026-03-27T23:23:37.387" complete="100000">
    <ac:deMkLst xmlns:ac="http://schemas.microsoft.com/office/drawing/2013/main/command">
      <pc:docMk xmlns:pc="http://schemas.microsoft.com/office/powerpoint/2013/main/command"/>
      <pc:sldMk xmlns:pc="http://schemas.microsoft.com/office/powerpoint/2013/main/command" cId="228381024" sldId="271"/>
      <ac:picMk id="7" creationId="{38DABC22-BFC0-D611-48D6-B0F0A65E3000}"/>
    </ac:deMkLst>
    <p188:replyLst>
      <p188:reply id="{4796F2A4-30EB-4178-9ADD-950EFD02A4E6}" authorId="{299434C8-943A-73B4-BFEA-F01554FB9C61}" created="2026-03-30T17:58:23.921">
        <p188:txBody>
          <a:bodyPr/>
          <a:lstStyle/>
          <a:p>
            <a:r>
              <a:rPr lang="en-US"/>
              <a:t>No.  You wanted OG to be notified of approvals, which OOB didn't do.  I modified the OOB approval flow to add emails.</a:t>
            </a:r>
          </a:p>
        </p188:txBody>
        <p188:extLst>
          <p:ext xmlns:p="http://schemas.openxmlformats.org/presentationml/2006/main" uri="{57CB4572-C831-44C2-8A1C-0ADB6CCDFE69}">
            <p223:reactions xmlns:p223="http://schemas.microsoft.com/office/powerpoint/2022/03/main">
              <p223:rxn type="👍">
                <p223:instance time="2026-03-30T19:26:01.176" authorId="{B0B303C6-DAFB-B921-0C71-B6B9B0539A8B}"/>
              </p223:rxn>
            </p223:reactions>
          </p:ext>
        </p188:extLst>
      </p188:reply>
      <p188:reply id="{0C012B15-B91E-41AB-89C6-210F2592C506}" authorId="{B0B303C6-DAFB-B921-0C71-B6B9B0539A8B}" created="2026-03-30T19:25:57.672">
        <p188:txBody>
          <a:bodyPr/>
          <a:lstStyle/>
          <a:p>
            <a:r>
              <a:rPr lang="en-US"/>
              <a:t>Ok.  Reason I asked is we might want to update these notifications.  Perhaps in phase 2.</a:t>
            </a:r>
          </a:p>
        </p188:txBody>
      </p188:reply>
    </p188:replyLst>
    <p188:txBody>
      <a:bodyPr/>
      <a:lstStyle/>
      <a:p>
        <a:r>
          <a:rPr lang="en-US"/>
          <a:t>[@Kulczycki, Alexander - St Louis, MO] - Are these OOB notifications?</a:t>
        </a:r>
      </a:p>
    </p188:txBody>
  </p188:cm>
</p188:cmLst>
</file>

<file path=ppt/comments/modernComment_107_5F90466E.xml><?xml version="1.0" encoding="utf-8"?>
<p188:cmLst xmlns:a="http://schemas.openxmlformats.org/drawingml/2006/main" xmlns:r="http://schemas.openxmlformats.org/officeDocument/2006/relationships" xmlns:p188="http://schemas.microsoft.com/office/powerpoint/2018/8/main">
  <p188:cm id="{49998E4C-058B-43D5-9449-A53DD73CBB80}" authorId="{B0B303C6-DAFB-B921-0C71-B6B9B0539A8B}" status="resolved" created="2026-03-26T15:29:55.754" complete="100000">
    <ac:txMkLst xmlns:ac="http://schemas.microsoft.com/office/drawing/2013/main/command">
      <pc:docMk xmlns:pc="http://schemas.microsoft.com/office/powerpoint/2013/main/command"/>
      <pc:sldMk xmlns:pc="http://schemas.microsoft.com/office/powerpoint/2013/main/command" cId="1603290734" sldId="263"/>
      <ac:spMk id="3" creationId="{00E30FF6-F673-2735-C4FE-72344E5C3E69}"/>
      <ac:txMk cp="1">
        <ac:context len="142" hash="2828649672"/>
      </ac:txMk>
    </ac:txMkLst>
    <p188:pos x="1021896" y="249162"/>
    <p188:replyLst>
      <p188:reply id="{B011ABF5-74E0-4257-B54A-0FFA0E2C85DE}" authorId="{299434C8-943A-73B4-BFEA-F01554FB9C61}" created="2026-03-26T16:21:37.173">
        <p188:txBody>
          <a:bodyPr/>
          <a:lstStyle/>
          <a:p>
            <a:r>
              <a:rPr lang="en-US"/>
              <a:t>No.</a:t>
            </a:r>
          </a:p>
        </p188:txBody>
        <p188:extLst>
          <p:ext xmlns:p="http://schemas.openxmlformats.org/presentationml/2006/main" uri="{57CB4572-C831-44C2-8A1C-0ADB6CCDFE69}">
            <p223:reactions xmlns:p223="http://schemas.microsoft.com/office/powerpoint/2022/03/main">
              <p223:rxn type="👍">
                <p223:instance time="2026-03-26T17:45:38.549" authorId="{B0B303C6-DAFB-B921-0C71-B6B9B0539A8B}"/>
              </p223:rxn>
            </p223:reactions>
          </p:ext>
        </p188:extLst>
      </p188:reply>
      <p188:reply id="{E1A9F65B-80FC-4A99-85DE-AE288A4270E2}" authorId="{299434C8-943A-73B4-BFEA-F01554FB9C61}" created="2026-03-26T16:23:53.203">
        <p188:txBody>
          <a:bodyPr/>
          <a:lstStyle/>
          <a:p>
            <a:r>
              <a:rPr lang="en-US"/>
              <a:t>The code allows the author to edit existing article.</a:t>
            </a:r>
          </a:p>
        </p188:txBody>
        <p188:extLst>
          <p:ext xmlns:p="http://schemas.openxmlformats.org/presentationml/2006/main" uri="{57CB4572-C831-44C2-8A1C-0ADB6CCDFE69}">
            <p223:reactions xmlns:p223="http://schemas.microsoft.com/office/powerpoint/2022/03/main">
              <p223:rxn type="👍">
                <p223:instance time="2026-03-26T17:45:37.528" authorId="{B0B303C6-DAFB-B921-0C71-B6B9B0539A8B}"/>
              </p223:rxn>
            </p223:reactions>
          </p:ext>
        </p188:extLst>
      </p188:reply>
      <p188:reply id="{A1AE0904-66BC-4B2D-8903-1ADBF10E78D2}" authorId="{299434C8-943A-73B4-BFEA-F01554FB9C61}" created="2026-03-26T16:25:51.421">
        <p188:txBody>
          <a:bodyPr/>
          <a:lstStyle/>
          <a:p>
            <a:r>
              <a:rPr lang="en-US"/>
              <a:t>The author might usually be a member of the Ownership Group.</a:t>
            </a:r>
          </a:p>
        </p188:txBody>
        <p188:extLst>
          <p:ext xmlns:p="http://schemas.openxmlformats.org/presentationml/2006/main" uri="{57CB4572-C831-44C2-8A1C-0ADB6CCDFE69}">
            <p223:reactions xmlns:p223="http://schemas.microsoft.com/office/powerpoint/2022/03/main">
              <p223:rxn type="👍">
                <p223:instance time="2026-03-26T17:45:36.158" authorId="{B0B303C6-DAFB-B921-0C71-B6B9B0539A8B}"/>
              </p223:rxn>
            </p223:reactions>
          </p:ext>
        </p188:extLst>
      </p188:reply>
      <p188:reply id="{55E778C8-7086-4F17-9199-5BEAA8012765}" authorId="{B0B303C6-DAFB-B921-0C71-B6B9B0539A8B}" created="2026-03-26T16:30:41.800">
        <p188:txBody>
          <a:bodyPr/>
          <a:lstStyle/>
          <a:p>
            <a:r>
              <a:rPr lang="en-US"/>
              <a:t>Ok, so can they just view and edit the articles that they are on?
Or do they also get feedback or expiry notifications?  Anything else?
</a:t>
            </a:r>
          </a:p>
        </p188:txBody>
      </p188:reply>
      <p188:reply id="{005D726D-2CE0-4C14-BDE6-9E2E6E135F45}" authorId="{299434C8-943A-73B4-BFEA-F01554FB9C61}" created="2026-03-26T17:19:02.041">
        <p188:txBody>
          <a:bodyPr/>
          <a:lstStyle/>
          <a:p>
            <a:r>
              <a:rPr lang="en-US"/>
              <a:t>The author gets email notifications when the article is submitted for approval, and when it is published.</a:t>
            </a:r>
          </a:p>
        </p188:txBody>
        <p188:extLst>
          <p:ext xmlns:p="http://schemas.openxmlformats.org/presentationml/2006/main" uri="{57CB4572-C831-44C2-8A1C-0ADB6CCDFE69}">
            <p223:reactions xmlns:p223="http://schemas.microsoft.com/office/powerpoint/2022/03/main">
              <p223:rxn type="👍">
                <p223:instance time="2026-03-26T17:45:34.350" authorId="{B0B303C6-DAFB-B921-0C71-B6B9B0539A8B}"/>
              </p223:rxn>
            </p223:reactions>
          </p:ext>
        </p188:extLst>
      </p188:reply>
      <p188:reply id="{099ADD92-C665-4AF1-A33E-6313DAB50DD2}" authorId="{299434C8-943A-73B4-BFEA-F01554FB9C61}" created="2026-03-26T17:20:17.323">
        <p188:txBody>
          <a:bodyPr/>
          <a:lstStyle/>
          <a:p>
            <a:r>
              <a:rPr lang="en-US"/>
              <a:t>Expiry notifications just go to ownership_group, not the author.</a:t>
            </a:r>
          </a:p>
        </p188:txBody>
        <p188:extLst>
          <p:ext xmlns:p="http://schemas.openxmlformats.org/presentationml/2006/main" uri="{57CB4572-C831-44C2-8A1C-0ADB6CCDFE69}">
            <p223:reactions xmlns:p223="http://schemas.microsoft.com/office/powerpoint/2022/03/main">
              <p223:rxn type="👍">
                <p223:instance time="2026-03-26T17:45:32.741" authorId="{B0B303C6-DAFB-B921-0C71-B6B9B0539A8B}"/>
              </p223:rxn>
            </p223:reactions>
          </p:ext>
        </p188:extLst>
      </p188:reply>
      <p188:reply id="{55E23CFF-75A9-476E-A9AE-BBE91568FC13}" authorId="{299434C8-943A-73B4-BFEA-F01554FB9C61}" created="2026-03-26T20:44:17.124">
        <p188:txBody>
          <a:bodyPr/>
          <a:lstStyle/>
          <a:p>
            <a:r>
              <a:rPr lang="en-US"/>
              <a:t>The author does receive email notifications when feedback is given.</a:t>
            </a:r>
          </a:p>
        </p188:txBody>
      </p188:reply>
      <p188:reply id="{211D9580-08B3-4A32-A36E-B9782A021FA9}" authorId="{299434C8-943A-73B4-BFEA-F01554FB9C61}" created="2026-03-26T20:44:55.562">
        <p188:txBody>
          <a:bodyPr/>
          <a:lstStyle/>
          <a:p>
            <a:r>
              <a:rPr lang="en-US"/>
              <a:t>So correction: the author gets email notifications when the article is submitted for approval, when it is published, and when feedback is given.</a:t>
            </a:r>
          </a:p>
        </p188:txBody>
        <p188:extLst>
          <p:ext xmlns:p="http://schemas.openxmlformats.org/presentationml/2006/main" uri="{57CB4572-C831-44C2-8A1C-0ADB6CCDFE69}">
            <p223:reactions xmlns:p223="http://schemas.microsoft.com/office/powerpoint/2022/03/main">
              <p223:rxn type="👍">
                <p223:instance time="2026-03-27T13:59:28.309" authorId="{B0B303C6-DAFB-B921-0C71-B6B9B0539A8B}"/>
              </p223:rxn>
            </p223:reactions>
          </p:ext>
        </p188:extLst>
      </p188:reply>
      <p188:reply id="{6ECA9E32-BC81-412D-8B14-7A3BE36757B6}" authorId="{B0B303C6-DAFB-B921-0C71-B6B9B0539A8B}" created="2026-03-27T22:34:28.559">
        <p188:txBody>
          <a:bodyPr/>
          <a:lstStyle/>
          <a:p>
            <a:r>
              <a:rPr lang="en-US"/>
              <a:t>[@Kulczycki, Alexander - St Louis, MO]  - It seems that the Author cannot edit the article.  But they can view the article.  
Ex:  Brandon M Wotrang
KB0097344</a:t>
            </a:r>
          </a:p>
        </p188:txBody>
      </p188:reply>
    </p188:replyLst>
    <p188:txBody>
      <a:bodyPr/>
      <a:lstStyle/>
      <a:p>
        <a:r>
          <a:rPr lang="en-US"/>
          <a:t>[@Kulczycki, Alexander - St Louis, MO] 
Does the Author have to be a member of the Ownership Group?</a:t>
        </a:r>
      </a:p>
    </p188:txBody>
  </p188:cm>
  <p188:cm id="{23FD5CB9-7321-47EF-A2B8-C606FB04997D}" authorId="{B0B303C6-DAFB-B921-0C71-B6B9B0539A8B}" status="resolved" created="2026-03-30T14:37:30.263" complete="100000">
    <ac:txMkLst xmlns:ac="http://schemas.microsoft.com/office/drawing/2013/main/command">
      <pc:docMk xmlns:pc="http://schemas.microsoft.com/office/powerpoint/2013/main/command"/>
      <pc:sldMk xmlns:pc="http://schemas.microsoft.com/office/powerpoint/2013/main/command" cId="1603290734" sldId="263"/>
      <ac:spMk id="2" creationId="{1A5B02C6-0718-019A-3E8F-4C08EAF6FB65}"/>
      <ac:txMk cp="0" len="23">
        <ac:context len="24" hash="1768167951"/>
      </ac:txMk>
    </ac:txMkLst>
    <p188:pos x="5295795" y="311497"/>
    <p188:replyLst>
      <p188:reply id="{A62BC946-D49B-4374-A537-2BD29990D62A}" authorId="{B0B303C6-DAFB-B921-0C71-B6B9B0539A8B}" created="2026-03-30T14:50:15.602">
        <p188:txBody>
          <a:bodyPr/>
          <a:lstStyle/>
          <a:p>
            <a:r>
              <a:rPr lang="en-US"/>
              <a:t>Also, can the Author go an edit the article after it’s checked out by an OG member?</a:t>
            </a:r>
          </a:p>
        </p188:txBody>
      </p188:reply>
      <p188:reply id="{134A6ED0-5C3A-4C9B-AD84-0D9390998566}" authorId="{299434C8-943A-73B4-BFEA-F01554FB9C61}" created="2026-03-30T18:11:26.275">
        <p188:txBody>
          <a:bodyPr/>
          <a:lstStyle/>
          <a:p>
            <a:r>
              <a:rPr lang="en-US"/>
              <a:t>I added screenshots in the lower right corner illustrating the comments below; feel free to delete or add to appendix as you prefer.  Once article is published, author cannot edit the article.  In this case, author "BMW" is not a member of OG, so he can't edit article "97344".</a:t>
            </a:r>
          </a:p>
        </p188:txBody>
      </p188:reply>
      <p188:reply id="{52A12795-2DB4-4042-8A39-DBA4C5F64D6F}" authorId="{299434C8-943A-73B4-BFEA-F01554FB9C61}" created="2026-03-30T18:19:32.789">
        <p188:txBody>
          <a:bodyPr/>
          <a:lstStyle/>
          <a:p>
            <a:r>
              <a:rPr lang="en-US"/>
              <a:t>I checked out and edited article as Aaron J Hawk "AJH".  I then impersonated "BMW" and went to the article.  It told me I could not edit because the article is already checked out by "AJH".</a:t>
            </a:r>
          </a:p>
        </p188:txBody>
      </p188:reply>
      <p188:reply id="{AB3FBA97-037B-42B1-B7EC-74BF0AA7A757}" authorId="{299434C8-943A-73B4-BFEA-F01554FB9C61}" created="2026-03-30T18:20:57.960">
        <p188:txBody>
          <a:bodyPr/>
          <a:lstStyle/>
          <a:p>
            <a:r>
              <a:rPr lang="en-US"/>
              <a:t>(Oddly, author "BMW" *can* publish the article, even though it's checked out by OG member.)</a:t>
            </a:r>
          </a:p>
        </p188:txBody>
      </p188:reply>
      <p188:reply id="{FE8D84CD-9506-40BF-B0F3-4D8474FFEDA7}" authorId="{299434C8-943A-73B4-BFEA-F01554FB9C61}" created="2026-03-30T18:21:48.225">
        <p188:txBody>
          <a:bodyPr/>
          <a:lstStyle/>
          <a:p>
            <a:r>
              <a:rPr lang="en-US"/>
              <a:t>Short answer, No, the Author can not go and edit the article after it's checked out by an OG member.</a:t>
            </a:r>
          </a:p>
        </p188:txBody>
        <p188:extLst>
          <p:ext xmlns:p="http://schemas.openxmlformats.org/presentationml/2006/main" uri="{57CB4572-C831-44C2-8A1C-0ADB6CCDFE69}">
            <p223:reactions xmlns:p223="http://schemas.microsoft.com/office/powerpoint/2022/03/main">
              <p223:rxn type="👍">
                <p223:instance time="2026-03-30T19:24:34.419" authorId="{B0B303C6-DAFB-B921-0C71-B6B9B0539A8B}"/>
              </p223:rxn>
            </p223:reactions>
          </p:ext>
        </p188:extLst>
      </p188:reply>
    </p188:replyLst>
    <p188:txBody>
      <a:bodyPr/>
      <a:lstStyle/>
      <a:p>
        <a:r>
          <a:rPr lang="en-US"/>
          <a:t>@Kulczycki, Alexander - St Louis, MO  - It seems that the Author cannot edit the article.  But they can view the article.  
Ex:  Brandon M Wotrang
KB0097344
Can you confirm?</a:t>
        </a:r>
      </a:p>
    </p188:txBody>
  </p188:cm>
  <p188:cm id="{07654ECC-AF95-4E80-BB8C-F8F4DB0A872B}" authorId="{299434C8-943A-73B4-BFEA-F01554FB9C61}" status="resolved" created="2026-03-31T22:07:30.630" complete="100000">
    <pc:sldMkLst xmlns:pc="http://schemas.microsoft.com/office/powerpoint/2013/main/command">
      <pc:docMk/>
      <pc:sldMk cId="1603290734" sldId="263"/>
    </pc:sldMkLst>
    <p188:txBody>
      <a:bodyPr/>
      <a:lstStyle/>
      <a:p>
        <a:r>
          <a:rPr lang="en-US"/>
          <a:t>Slide originally said the Author clicks [Publish].  That's misleading.  The OG member clicked Edit and checkout, and made edits.  So it is the OG member who will click [Publish].</a:t>
        </a:r>
      </a:p>
    </p188:txBody>
    <p188:extLst>
      <p:ext xmlns:p="http://schemas.openxmlformats.org/presentationml/2006/main" uri="{57CB4572-C831-44C2-8A1C-0ADB6CCDFE69}">
        <p223:reactions xmlns:p223="http://schemas.microsoft.com/office/powerpoint/2022/03/main">
          <p223:rxn type="👍">
            <p223:instance time="2026-04-01T13:00:28.633" authorId="{B0B303C6-DAFB-B921-0C71-B6B9B0539A8B}"/>
          </p223:rxn>
        </p223:reactions>
      </p:ext>
    </p188:extLst>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15:10.53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1558 0 0,'-1558'0'0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4T15:29:48.73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1,'1133'0,"-1100"0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15:29:59.54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1151 0 0,'-1151'29'0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4T15:30:10.54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780 24,'-4'0,"-14"0,-15 0,-64-4,-40-1,-8 0,-1 1,29 1,35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18:49:38.82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24 0,'719'-24'0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19:07:01.60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 0,'937'0'0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4T14:49:21.4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40,'254'-12,"4"0,-225 12,1 1,0 2,-1 1,63 17,-86-18,0-1,0 0,0 0,1-1,-1-1,1 1,15-3,-1-2,-1-2,24-8,71-10,-99 18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4T14:49:26.92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0 120,'129'-11,"-99"7,0 1,0 1,0 2,51 5,-5 9,-31-5,1-1,0-3,85-1,-110-7,-1-2,0 0,-1-1,1-2,-1 0,21-12,-9 5,-18 9,0 0,0-1,-1 0,0-1,21-18,-20 11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14:49:30.4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73 0,'1749'-73'0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14:49:34.82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48 0,'886'-48'0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14:49:42.47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0,'1318'0'0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21:20:57.92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58,'5'0,"7"0,5 0,6 0,8-5,14-6,4-2,-1 2,-5 2,-3 4,-10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21:20:59.43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0,'5'0,"6"0,7 0,4 0,15 0,14 0,9 0,9 0,-3 0,-7 0,-9 0,-13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20:31:22.17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1,'5'0,"7"0,5 0,6 0,3 0,3 0,0 0,2 0,8 0,5 0,-7 5,-4 1,-3 0,-2 4,-5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5T20:31:27.746"/>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2,'805'15,"38"-1,457-14,-1266-2,47-8,8 0,287 2,-321 8,46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1T12:50:18.7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19129 3151 16383 0 0,'11'0'0'0'0,"13"0"0"0"0,29 0 0 0 0,22 0 0 0 0,33 0 0 0 0,15 0 0 0 0,2 0 0 0 0,-15 0 0 0 0,-21 0 0 0 0,-10 0 0 0 0,-3 0 0 0 0,-9 0 0 0 0,-5-5 0 0 0,-9-2 0 0 0,-2 0 0 0 0,5 18 0 0 0,-1 6 0 0 0,-5 0 0 0 0,-5-2 0 0 0,-1-4 0 0 0,3-4 0 0 0,-6-8 0 0 0,-11-5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31T19:45:12.23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15849 13705 16383 0 0,'9'0'0'0'0,"7"0"0"0"0,11 0 0 0 0,9 0 0 0 0,8 0 0 0 0,15 0 0 0 0,2 0 0 0 0,-1 0 0 0 0,3 0 0 0 0,-4 0 0 0 0,-7 0 0 0 0,-9 0 0 0 0,-2 0 0 0 0,14 0 0 0 0,40 0 0 0 0,12 0 0 0 0,20 0 0 0 0,2 0 0 0 0,6 0 0 0 0,-6 0 0 0 0,3 0 0 0 0,-13 0 0 0 0,-12 0 0 0 0,-20 0 0 0 0,-20 0 0 0 0,-18 0 0 0 0,-11 0 0 0 0,-4 0 0 0 0,6 0 0 0 0,10 0 0 0 0,1 0 0 0 0,-3 0 0 0 0,-6 0 0 0 0,-5 0 0 0 0,-5 0 0 0 0,11 0 0 0 0,3 0 0 0 0,6 0 0 0 0,0 0 0 0 0,-4 0 0 0 0,-7 0 0 0 0,0 0 0 0 0,-4 0 0 0 0,-2 0 0 0 0,6 0 0 0 0,14 0 0 0 0,16 0 0 0 0,1 0 0 0 0,-17 0 0 0 0,-18 0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31T19:45:12.23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26855 10081 16383 0 0,'14'0'0'0'0,"22"0"0"0"0,51 0 0 0 0,38 4 0 0 0,71 11 0 0 0,24 8 0 0 0,-2-1 0 0 0,-33-4 0 0 0,-44-4 0 0 0,-33-6 0 0 0,-15-3 0 0 0,-6 2 0 0 0,-5-1 0 0 0,-6-1 0 0 0,-7-1 0 0 0,-11-2 0 0 0,-11-1 0 0 0,-8 0 0 0 0,-7-1 0 0 0,-4 0 0 0 0,-7-1 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31T19:45:12.2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6562 6033 16383 0 0,'9'0'0'0'0,"17"0"0"0"0,17 0 0 0 0,43 0 0 0 0,15 0 0 0 0,42 0 0 0 0,0 0 0 0 0,-15 0 0 0 0,-25 0 0 0 0,-20 0 0 0 0,-20 0 0 0 0,-3 0 0 0 0,7 0 0 0 0,-3 0 0 0 0,1 0 0 0 0,-7-5 0 0 0,-3-1 0 0 0,-6 0 0 0 0,-8 2 0 0 0,-1 0 0 0 0,-8 2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31T19:45:12.2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20136 6006 16383 0 0,'0'5'0'0'0,"0"10"0"0"0,0 7 0 0 0,5 5 0 0 0,1 7 0 0 0,0 6 0 0 0,3 1 0 0 0,0 3 0 0 0,4-1 0 0 0,-1-4 0 0 0,-3-4 0 0 0,-2-3 0 0 0,-3 6 0 0 0,-2 6 0 0 0,-1 1 0 0 0,-1 1 0 0 0,0 6 0 0 0,-1 4 0 0 0,1-3 0 0 0,-1-2 0 0 0,1 0 0 0 0,0-4 0 0 0,0-2 0 0 0,-5-2 0 0 0,-1-1 0 0 0,-4 2 0 0 0,-1-2 0 0 0,2 1 0 0 0,2-2 0 0 0,3-4 0 0 0,1 2 0 0 0,-2-3 0 0 0,-1 13 0 0 0,-5 1 0 0 0,1 6 0 0 0,2 3 0 0 0,-3-5 0 0 0,1 3 0 0 0,1 1 0 0 0,4-1 0 0 0,1-5 0 0 0,2-7 0 0 0,-3-11 0 0 0,-1-3 0 0 0,1-1 0 0 0,1 3 0 0 0,-4 9 0 0 0,0 16 0 0 0,2 3 0 0 0,1-4 0 0 0,2-4 0 0 0,-4-1 0 0 0,0-4 0 0 0,1-3 0 0 0,2 11 0 0 0,1 4 0 0 0,1 1 0 0 0,1 9 0 0 0,1-4 0 0 0,0-7 0 0 0,1-6 0 0 0,-1-2 0 0 0,0-6 0 0 0,0-5 0 0 0,0-5 0 0 0,1-5 0 0 0,-1-1 0 0 0,4-7 0 0 0,2 2 0 0 0,0 2 0 0 0,-1 5 0 0 0,-2 3 0 0 0,4 3 0 0 0,0 2 0 0 0,-1-3 0 0 0,3 16 0 0 0,0 13 0 0 0,-1 4 0 0 0,-3-5 0 0 0,-1-4 0 0 0,-2-8 0 0 0,-1-3 0 0 0,3-6 0 0 0,7 3 0 0 0,0-1 0 0 0,-1-4 0 0 0,-2 10 0 0 0,1 9 0 0 0,1 4 0 0 0,1-5 0 0 0,0 7 0 0 0,-2-4 0 0 0,-2-8 0 0 0,-4-4 0 0 0,4 12 0 0 0,0-4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7B42E3-DE46-42D8-8224-000A4B81F222}"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840DEB-EC1B-46C3-A191-BC72553D863C}" type="slidenum">
              <a:rPr lang="en-US" smtClean="0"/>
              <a:t>‹#›</a:t>
            </a:fld>
            <a:endParaRPr lang="en-US"/>
          </a:p>
        </p:txBody>
      </p:sp>
    </p:spTree>
    <p:extLst>
      <p:ext uri="{BB962C8B-B14F-4D97-AF65-F5344CB8AC3E}">
        <p14:creationId xmlns:p14="http://schemas.microsoft.com/office/powerpoint/2010/main" val="1596343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usps.servicenowservices.com/now/nav/ui/classic/params/target/tsp2_demand.do%3Fsys_id%3Daa3132b487a7ea50f8bdc9d9cebb354f%26sysparm_record_list%3Dassigned_to.nameSTARTSWITHjini%255enumberSTARTSWITHBNS0244536%255eORDERBYu_finance_approval_date%26sysparm_record_row%3D1%26sysparm_record_rows%3D1%26sysparm_record_target%3Dtsp2_demand%26sysparm_view%3DDefault%2Bview%26sysparm_view_forced%3Dtrue"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hlinkClick r:id="rId3"/>
              </a:rPr>
              <a:t>BNS0244536 | Business Needs Statement | ServiceNow</a:t>
            </a:r>
            <a:endParaRPr lang="en-US"/>
          </a:p>
          <a:p>
            <a:endParaRPr lang="en-US"/>
          </a:p>
          <a:p>
            <a:r>
              <a:rPr lang="en-US"/>
              <a:t>The custom field "Owner Group" (</a:t>
            </a:r>
            <a:r>
              <a:rPr lang="en-US" err="1"/>
              <a:t>u_owner_group</a:t>
            </a:r>
            <a:r>
              <a:rPr lang="en-US"/>
              <a:t>) on the Knowledge article is ineffective in determining the group responsible for managing the article; it solely indicates ownership of the knowledge or process. As a result, there is a need to deactivate this field as it does not accurately reflect the group with authority to manage the article content.</a:t>
            </a:r>
          </a:p>
          <a:p>
            <a:r>
              <a:rPr lang="en-US"/>
              <a:t> </a:t>
            </a:r>
          </a:p>
          <a:p>
            <a:r>
              <a:rPr lang="en-US"/>
              <a:t>To achieve our desired business outcomes, we aim to reinstate the OOB field "Ownership Group" on the record to facilitate knowledge article management at the ownership group level. We intend to redirect any custom approval workflows to be routed to the ownership group instead of the IT Service Desk K Base group. Additionally, a comprehensive review of knowledge roles and Access Control Lists (ACLs) will be conducted to ensure alignment with our business objectives.</a:t>
            </a:r>
          </a:p>
          <a:p>
            <a:r>
              <a:rPr lang="en-US"/>
              <a:t> </a:t>
            </a:r>
          </a:p>
          <a:p>
            <a:r>
              <a:rPr lang="en-US"/>
              <a:t>Requirements</a:t>
            </a:r>
          </a:p>
          <a:p>
            <a:r>
              <a:rPr lang="en-US"/>
              <a:t>Remove Field -  Owner Group" (</a:t>
            </a:r>
            <a:r>
              <a:rPr lang="en-US" err="1"/>
              <a:t>u_owner_group</a:t>
            </a:r>
            <a:r>
              <a:rPr lang="en-US"/>
              <a:t>) on the Knowledge article</a:t>
            </a:r>
          </a:p>
          <a:p>
            <a:r>
              <a:rPr lang="en-US"/>
              <a:t>Reinstate the OOB field "Ownership Group"</a:t>
            </a:r>
          </a:p>
          <a:p>
            <a:r>
              <a:rPr lang="en-US"/>
              <a:t>Fix workflow - approval workflows to be routed to the ownership group</a:t>
            </a:r>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BAEAB4-BF22-DE45-ACB0-2971C2E1BC5D}" type="datetime1">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4/14/2026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26719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F88CD-9197-2DB5-EA09-FC15C5D5D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27AA2-8039-498D-B26B-6147BEEC2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8A35C-F9E3-59F2-AAAF-A92E36CED9DC}"/>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E68D662F-FCAA-F96E-8742-88F53F51C149}"/>
              </a:ext>
            </a:extLst>
          </p:cNvPr>
          <p:cNvSpPr>
            <a:spLocks noGrp="1"/>
          </p:cNvSpPr>
          <p:nvPr>
            <p:ph type="sldNum" sz="quarter" idx="5"/>
          </p:nvPr>
        </p:nvSpPr>
        <p:spPr/>
        <p:txBody>
          <a:bodyPr/>
          <a:lstStyle/>
          <a:p>
            <a:fld id="{E6840DEB-EC1B-46C3-A191-BC72553D863C}" type="slidenum">
              <a:rPr lang="en-US" smtClean="0"/>
              <a:t>2</a:t>
            </a:fld>
            <a:endParaRPr lang="en-US"/>
          </a:p>
        </p:txBody>
      </p:sp>
    </p:spTree>
    <p:extLst>
      <p:ext uri="{BB962C8B-B14F-4D97-AF65-F5344CB8AC3E}">
        <p14:creationId xmlns:p14="http://schemas.microsoft.com/office/powerpoint/2010/main" val="1719769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F9B45-F2A7-D8C4-086F-19B80CD3F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A2D32-4FB5-B008-0A1D-516D62520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77F7F-B96F-3622-4247-AD7CA22DBF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5BBEC16-6924-55A6-B3A3-EE2597A4B6CF}"/>
              </a:ext>
            </a:extLst>
          </p:cNvPr>
          <p:cNvSpPr>
            <a:spLocks noGrp="1"/>
          </p:cNvSpPr>
          <p:nvPr>
            <p:ph type="sldNum" sz="quarter" idx="5"/>
          </p:nvPr>
        </p:nvSpPr>
        <p:spPr/>
        <p:txBody>
          <a:bodyPr/>
          <a:lstStyle/>
          <a:p>
            <a:fld id="{E6840DEB-EC1B-46C3-A191-BC72553D863C}" type="slidenum">
              <a:rPr lang="en-US" smtClean="0"/>
              <a:t>4</a:t>
            </a:fld>
            <a:endParaRPr lang="en-US"/>
          </a:p>
        </p:txBody>
      </p:sp>
    </p:spTree>
    <p:extLst>
      <p:ext uri="{BB962C8B-B14F-4D97-AF65-F5344CB8AC3E}">
        <p14:creationId xmlns:p14="http://schemas.microsoft.com/office/powerpoint/2010/main" val="2321906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Author fills out form</a:t>
            </a:r>
          </a:p>
          <a:p>
            <a:r>
              <a:rPr lang="en-US"/>
              <a:t>Author selects ownership group </a:t>
            </a:r>
          </a:p>
          <a:p>
            <a:r>
              <a:rPr lang="en-US"/>
              <a:t>Author may or not be a member of ownership group</a:t>
            </a:r>
          </a:p>
          <a:p>
            <a:r>
              <a:rPr lang="en-US"/>
              <a:t>Author submits form   </a:t>
            </a:r>
          </a:p>
          <a:p>
            <a:r>
              <a:rPr lang="en-US"/>
              <a:t>Author requests to publish article</a:t>
            </a:r>
          </a:p>
          <a:p>
            <a:endParaRPr lang="en-US"/>
          </a:p>
          <a:p>
            <a:r>
              <a:rPr lang="en-US"/>
              <a:t>Next, ownership group member will approve article  </a:t>
            </a:r>
          </a:p>
          <a:p>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6</a:t>
            </a:fld>
            <a:endParaRPr lang="en-US"/>
          </a:p>
        </p:txBody>
      </p:sp>
    </p:spTree>
    <p:extLst>
      <p:ext uri="{BB962C8B-B14F-4D97-AF65-F5344CB8AC3E}">
        <p14:creationId xmlns:p14="http://schemas.microsoft.com/office/powerpoint/2010/main" val="3106257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7</a:t>
            </a:fld>
            <a:endParaRPr lang="en-US"/>
          </a:p>
        </p:txBody>
      </p:sp>
    </p:spTree>
    <p:extLst>
      <p:ext uri="{BB962C8B-B14F-4D97-AF65-F5344CB8AC3E}">
        <p14:creationId xmlns:p14="http://schemas.microsoft.com/office/powerpoint/2010/main" val="3316113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Author cannot click on Edit, nor edit the article once it’s checked out by OG , however, they can click on Publish.</a:t>
            </a:r>
          </a:p>
        </p:txBody>
      </p:sp>
      <p:sp>
        <p:nvSpPr>
          <p:cNvPr id="4" name="Slide Number Placeholder 3"/>
          <p:cNvSpPr>
            <a:spLocks noGrp="1"/>
          </p:cNvSpPr>
          <p:nvPr>
            <p:ph type="sldNum" sz="quarter" idx="5"/>
          </p:nvPr>
        </p:nvSpPr>
        <p:spPr/>
        <p:txBody>
          <a:bodyPr/>
          <a:lstStyle/>
          <a:p>
            <a:fld id="{E6840DEB-EC1B-46C3-A191-BC72553D863C}" type="slidenum">
              <a:rPr lang="en-US" smtClean="0"/>
              <a:t>10</a:t>
            </a:fld>
            <a:endParaRPr lang="en-US"/>
          </a:p>
        </p:txBody>
      </p:sp>
    </p:spTree>
    <p:extLst>
      <p:ext uri="{BB962C8B-B14F-4D97-AF65-F5344CB8AC3E}">
        <p14:creationId xmlns:p14="http://schemas.microsoft.com/office/powerpoint/2010/main" val="3686514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 user Adel Gillen, member of ownership group IT Service Desk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Ownership Group Member approves to publish revised article</a:t>
            </a:r>
          </a:p>
          <a:p>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11</a:t>
            </a:fld>
            <a:endParaRPr lang="en-US"/>
          </a:p>
        </p:txBody>
      </p:sp>
    </p:spTree>
    <p:extLst>
      <p:ext uri="{BB962C8B-B14F-4D97-AF65-F5344CB8AC3E}">
        <p14:creationId xmlns:p14="http://schemas.microsoft.com/office/powerpoint/2010/main" val="880493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Alternate path:  Ownership Group member rejects article; Author revises and resubmits</a:t>
            </a:r>
          </a:p>
          <a:p>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13</a:t>
            </a:fld>
            <a:endParaRPr lang="en-US"/>
          </a:p>
        </p:txBody>
      </p:sp>
    </p:spTree>
    <p:extLst>
      <p:ext uri="{BB962C8B-B14F-4D97-AF65-F5344CB8AC3E}">
        <p14:creationId xmlns:p14="http://schemas.microsoft.com/office/powerpoint/2010/main" val="1975099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15</a:t>
            </a:fld>
            <a:endParaRPr lang="en-US"/>
          </a:p>
        </p:txBody>
      </p:sp>
    </p:spTree>
    <p:extLst>
      <p:ext uri="{BB962C8B-B14F-4D97-AF65-F5344CB8AC3E}">
        <p14:creationId xmlns:p14="http://schemas.microsoft.com/office/powerpoint/2010/main" val="286062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16</a:t>
            </a:fld>
            <a:endParaRPr lang="en-US"/>
          </a:p>
        </p:txBody>
      </p:sp>
    </p:spTree>
    <p:extLst>
      <p:ext uri="{BB962C8B-B14F-4D97-AF65-F5344CB8AC3E}">
        <p14:creationId xmlns:p14="http://schemas.microsoft.com/office/powerpoint/2010/main" val="1497622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 or system runs job “</a:t>
            </a:r>
            <a:r>
              <a:rPr lang="en-US" sz="1200" b="0" i="0" u="none" strike="noStrike" kern="1200" baseline="0">
                <a:solidFill>
                  <a:schemeClr val="tx1"/>
                </a:solidFill>
                <a:latin typeface="+mn-lt"/>
                <a:ea typeface="+mn-ea"/>
                <a:cs typeface="+mn-cs"/>
              </a:rPr>
              <a:t>Notification for Article Expiry Warning”</a:t>
            </a:r>
            <a:r>
              <a:rPr lang="en-US"/>
              <a:t>.  System generates email notification to OG members informing them of articles that will expire in next month (per </a:t>
            </a:r>
            <a:r>
              <a:rPr lang="en-US" err="1"/>
              <a:t>valid_to</a:t>
            </a:r>
            <a:r>
              <a:rPr lang="en-US"/>
              <a:t> date)</a:t>
            </a:r>
          </a:p>
          <a:p>
            <a:r>
              <a:rPr lang="en-US"/>
              <a:t>Admin or system runs job.  “</a:t>
            </a:r>
            <a:r>
              <a:rPr lang="en-US" sz="1200" b="0" i="0" u="none" strike="noStrike" kern="1200" baseline="0">
                <a:solidFill>
                  <a:schemeClr val="tx1"/>
                </a:solidFill>
                <a:latin typeface="+mn-lt"/>
                <a:ea typeface="+mn-ea"/>
                <a:cs typeface="+mn-cs"/>
              </a:rPr>
              <a:t>KB article expiry monthly” </a:t>
            </a:r>
            <a:r>
              <a:rPr lang="en-US"/>
              <a:t>System generates email notification to OG members informing them of articles that have expired (per </a:t>
            </a:r>
            <a:r>
              <a:rPr lang="en-US" err="1"/>
              <a:t>valid_to</a:t>
            </a:r>
            <a:r>
              <a:rPr lang="en-US"/>
              <a:t> date)</a:t>
            </a:r>
          </a:p>
        </p:txBody>
      </p:sp>
      <p:sp>
        <p:nvSpPr>
          <p:cNvPr id="4" name="Slide Number Placeholder 3"/>
          <p:cNvSpPr>
            <a:spLocks noGrp="1"/>
          </p:cNvSpPr>
          <p:nvPr>
            <p:ph type="sldNum" sz="quarter" idx="5"/>
          </p:nvPr>
        </p:nvSpPr>
        <p:spPr/>
        <p:txBody>
          <a:bodyPr/>
          <a:lstStyle/>
          <a:p>
            <a:fld id="{E6840DEB-EC1B-46C3-A191-BC72553D863C}" type="slidenum">
              <a:rPr lang="en-US" smtClean="0"/>
              <a:t>17</a:t>
            </a:fld>
            <a:endParaRPr lang="en-US"/>
          </a:p>
        </p:txBody>
      </p:sp>
    </p:spTree>
    <p:extLst>
      <p:ext uri="{BB962C8B-B14F-4D97-AF65-F5344CB8AC3E}">
        <p14:creationId xmlns:p14="http://schemas.microsoft.com/office/powerpoint/2010/main" val="2352345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B7C41-4BA5-ABC3-9E6B-56EB4CBA1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6B154-1415-F76F-EFD4-4BD20B53A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C88A3-EFD4-DFC9-844E-060330D43E9B}"/>
              </a:ext>
            </a:extLst>
          </p:cNvPr>
          <p:cNvSpPr>
            <a:spLocks noGrp="1"/>
          </p:cNvSpPr>
          <p:nvPr>
            <p:ph type="body" idx="1"/>
          </p:nvPr>
        </p:nvSpPr>
        <p:spPr/>
        <p:txBody>
          <a:bodyPr/>
          <a:lstStyle/>
          <a:p>
            <a:r>
              <a:rPr lang="en-US"/>
              <a:t>Feedback Notifications:</a:t>
            </a:r>
          </a:p>
          <a:p>
            <a:r>
              <a:rPr lang="en-US"/>
              <a:t>Goes to the Author, the Ownership Group, and the user who left the feedback.</a:t>
            </a:r>
          </a:p>
        </p:txBody>
      </p:sp>
      <p:sp>
        <p:nvSpPr>
          <p:cNvPr id="4" name="Slide Number Placeholder 3">
            <a:extLst>
              <a:ext uri="{FF2B5EF4-FFF2-40B4-BE49-F238E27FC236}">
                <a16:creationId xmlns:a16="http://schemas.microsoft.com/office/drawing/2014/main" id="{621C5646-A8E3-AC91-337B-305679864983}"/>
              </a:ext>
            </a:extLst>
          </p:cNvPr>
          <p:cNvSpPr>
            <a:spLocks noGrp="1"/>
          </p:cNvSpPr>
          <p:nvPr>
            <p:ph type="sldNum" sz="quarter" idx="5"/>
          </p:nvPr>
        </p:nvSpPr>
        <p:spPr/>
        <p:txBody>
          <a:bodyPr/>
          <a:lstStyle/>
          <a:p>
            <a:fld id="{E6840DEB-EC1B-46C3-A191-BC72553D863C}" type="slidenum">
              <a:rPr lang="en-US" smtClean="0"/>
              <a:t>18</a:t>
            </a:fld>
            <a:endParaRPr lang="en-US"/>
          </a:p>
        </p:txBody>
      </p:sp>
    </p:spTree>
    <p:extLst>
      <p:ext uri="{BB962C8B-B14F-4D97-AF65-F5344CB8AC3E}">
        <p14:creationId xmlns:p14="http://schemas.microsoft.com/office/powerpoint/2010/main" val="2488494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ServiceNow subscription-based notification system sends many emails to users, subject starting with “Reg:”</a:t>
            </a:r>
          </a:p>
          <a:p>
            <a:r>
              <a:rPr lang="en-US"/>
              <a:t>Users can unsubscribe to notifications they don’t want.</a:t>
            </a:r>
          </a:p>
          <a:p>
            <a:r>
              <a:rPr lang="en-US"/>
              <a:t>Turning off certain subscription-based notifications for all users may be a future enhancement.</a:t>
            </a:r>
          </a:p>
        </p:txBody>
      </p:sp>
      <p:sp>
        <p:nvSpPr>
          <p:cNvPr id="4" name="Slide Number Placeholder 3"/>
          <p:cNvSpPr>
            <a:spLocks noGrp="1"/>
          </p:cNvSpPr>
          <p:nvPr>
            <p:ph type="sldNum" sz="quarter" idx="5"/>
          </p:nvPr>
        </p:nvSpPr>
        <p:spPr/>
        <p:txBody>
          <a:bodyPr/>
          <a:lstStyle/>
          <a:p>
            <a:fld id="{E6840DEB-EC1B-46C3-A191-BC72553D863C}" type="slidenum">
              <a:rPr lang="en-US" smtClean="0"/>
              <a:t>19</a:t>
            </a:fld>
            <a:endParaRPr lang="en-US"/>
          </a:p>
        </p:txBody>
      </p:sp>
    </p:spTree>
    <p:extLst>
      <p:ext uri="{BB962C8B-B14F-4D97-AF65-F5344CB8AC3E}">
        <p14:creationId xmlns:p14="http://schemas.microsoft.com/office/powerpoint/2010/main" val="1011770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fields are removed from the form (inactive and hidden) but they remain on the table for traceability.</a:t>
            </a:r>
          </a:p>
        </p:txBody>
      </p:sp>
      <p:sp>
        <p:nvSpPr>
          <p:cNvPr id="4" name="Slide Number Placeholder 3"/>
          <p:cNvSpPr>
            <a:spLocks noGrp="1"/>
          </p:cNvSpPr>
          <p:nvPr>
            <p:ph type="sldNum" sz="quarter" idx="5"/>
          </p:nvPr>
        </p:nvSpPr>
        <p:spPr/>
        <p:txBody>
          <a:bodyPr/>
          <a:lstStyle/>
          <a:p>
            <a:fld id="{E6840DEB-EC1B-46C3-A191-BC72553D863C}" type="slidenum">
              <a:rPr lang="en-US" smtClean="0"/>
              <a:t>24</a:t>
            </a:fld>
            <a:endParaRPr lang="en-US"/>
          </a:p>
        </p:txBody>
      </p:sp>
    </p:spTree>
    <p:extLst>
      <p:ext uri="{BB962C8B-B14F-4D97-AF65-F5344CB8AC3E}">
        <p14:creationId xmlns:p14="http://schemas.microsoft.com/office/powerpoint/2010/main" val="521899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Adel Gillen, member of IT Service Desk, which is Ownership Group, can view restricted sections on front end and edit on backend.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KB0125550 “ITSD - How to Reset MFA Authenticator in...”</a:t>
            </a:r>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25</a:t>
            </a:fld>
            <a:endParaRPr lang="en-US"/>
          </a:p>
        </p:txBody>
      </p:sp>
    </p:spTree>
    <p:extLst>
      <p:ext uri="{BB962C8B-B14F-4D97-AF65-F5344CB8AC3E}">
        <p14:creationId xmlns:p14="http://schemas.microsoft.com/office/powerpoint/2010/main" val="2366051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Michael </a:t>
            </a:r>
            <a:r>
              <a:rPr lang="en-US" err="1"/>
              <a:t>Baporis</a:t>
            </a:r>
            <a:r>
              <a:rPr lang="en-US"/>
              <a:t>, member of ETE Infrastructure, which is owner group, can view restricted article on front end and edit on backend.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KB0025614 “MOBILE DEVICE - Mobile Device Enrollment...”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fld id="{E6840DEB-EC1B-46C3-A191-BC72553D863C}" type="slidenum">
              <a:rPr lang="en-US" smtClean="0"/>
              <a:t>26</a:t>
            </a:fld>
            <a:endParaRPr lang="en-US"/>
          </a:p>
        </p:txBody>
      </p:sp>
    </p:spTree>
    <p:extLst>
      <p:ext uri="{BB962C8B-B14F-4D97-AF65-F5344CB8AC3E}">
        <p14:creationId xmlns:p14="http://schemas.microsoft.com/office/powerpoint/2010/main" val="2526704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4C0E0-C102-F954-6D53-A6E75DD41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83F1A-157A-6D17-1F54-1E5222D24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A57D1-E02B-BA2D-214D-1582D5626B0B}"/>
              </a:ext>
            </a:extLst>
          </p:cNvPr>
          <p:cNvSpPr>
            <a:spLocks noGrp="1"/>
          </p:cNvSpPr>
          <p:nvPr>
            <p:ph type="body" idx="1"/>
          </p:nvPr>
        </p:nvSpPr>
        <p:spPr/>
        <p:txBody>
          <a:bodyPr/>
          <a:lstStyle/>
          <a:p>
            <a:r>
              <a:rPr lang="en-US"/>
              <a:t>Admin or system runs job “</a:t>
            </a:r>
            <a:r>
              <a:rPr lang="en-US" sz="1200" b="0" i="0" u="none" strike="noStrike" kern="1200" baseline="0">
                <a:solidFill>
                  <a:schemeClr val="tx1"/>
                </a:solidFill>
                <a:latin typeface="+mn-lt"/>
                <a:ea typeface="+mn-ea"/>
                <a:cs typeface="+mn-cs"/>
              </a:rPr>
              <a:t>Notification for Article Expiry Warning”</a:t>
            </a:r>
            <a:r>
              <a:rPr lang="en-US"/>
              <a:t>.  System generates email notification to OG members informing them of articles that will expire in next month (per </a:t>
            </a:r>
            <a:r>
              <a:rPr lang="en-US" err="1"/>
              <a:t>valid_to</a:t>
            </a:r>
            <a:r>
              <a:rPr lang="en-US"/>
              <a:t> date)</a:t>
            </a:r>
          </a:p>
          <a:p>
            <a:r>
              <a:rPr lang="en-US"/>
              <a:t>Admin or system runs job.  “</a:t>
            </a:r>
            <a:r>
              <a:rPr lang="en-US" sz="1200" b="0" i="0" u="none" strike="noStrike" kern="1200" baseline="0">
                <a:solidFill>
                  <a:schemeClr val="tx1"/>
                </a:solidFill>
                <a:latin typeface="+mn-lt"/>
                <a:ea typeface="+mn-ea"/>
                <a:cs typeface="+mn-cs"/>
              </a:rPr>
              <a:t>KB article expiry monthly” </a:t>
            </a:r>
            <a:r>
              <a:rPr lang="en-US"/>
              <a:t>System generates email notification to OG members informing them of articles that have expired (per </a:t>
            </a:r>
            <a:r>
              <a:rPr lang="en-US" err="1"/>
              <a:t>valid_to</a:t>
            </a:r>
            <a:r>
              <a:rPr lang="en-US"/>
              <a:t> date)</a:t>
            </a:r>
          </a:p>
        </p:txBody>
      </p:sp>
      <p:sp>
        <p:nvSpPr>
          <p:cNvPr id="4" name="Slide Number Placeholder 3">
            <a:extLst>
              <a:ext uri="{FF2B5EF4-FFF2-40B4-BE49-F238E27FC236}">
                <a16:creationId xmlns:a16="http://schemas.microsoft.com/office/drawing/2014/main" id="{D009861D-A927-576A-C2E2-6A2885E4C935}"/>
              </a:ext>
            </a:extLst>
          </p:cNvPr>
          <p:cNvSpPr>
            <a:spLocks noGrp="1"/>
          </p:cNvSpPr>
          <p:nvPr>
            <p:ph type="sldNum" sz="quarter" idx="5"/>
          </p:nvPr>
        </p:nvSpPr>
        <p:spPr/>
        <p:txBody>
          <a:bodyPr/>
          <a:lstStyle/>
          <a:p>
            <a:fld id="{E6840DEB-EC1B-46C3-A191-BC72553D863C}" type="slidenum">
              <a:rPr lang="en-US" smtClean="0"/>
              <a:t>27</a:t>
            </a:fld>
            <a:endParaRPr lang="en-US"/>
          </a:p>
        </p:txBody>
      </p:sp>
    </p:spTree>
    <p:extLst>
      <p:ext uri="{BB962C8B-B14F-4D97-AF65-F5344CB8AC3E}">
        <p14:creationId xmlns:p14="http://schemas.microsoft.com/office/powerpoint/2010/main" val="535395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16A78-049B-FCD8-EE98-7E13A4543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5F29E-7C1B-5D04-85F3-74D120A63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C18C-5790-42AD-2B74-711A92B77401}"/>
              </a:ext>
            </a:extLst>
          </p:cNvPr>
          <p:cNvSpPr>
            <a:spLocks noGrp="1"/>
          </p:cNvSpPr>
          <p:nvPr>
            <p:ph type="body" idx="1"/>
          </p:nvPr>
        </p:nvSpPr>
        <p:spPr/>
        <p:txBody>
          <a:bodyPr/>
          <a:lstStyle/>
          <a:p>
            <a:r>
              <a:rPr lang="en-US"/>
              <a:t>Unsubscribe</a:t>
            </a:r>
          </a:p>
          <a:p>
            <a:r>
              <a:rPr lang="en-US"/>
              <a:t>Go to User Profile</a:t>
            </a:r>
          </a:p>
          <a:p>
            <a:r>
              <a:rPr lang="en-US"/>
              <a:t>Preferences</a:t>
            </a:r>
          </a:p>
        </p:txBody>
      </p:sp>
      <p:sp>
        <p:nvSpPr>
          <p:cNvPr id="4" name="Slide Number Placeholder 3">
            <a:extLst>
              <a:ext uri="{FF2B5EF4-FFF2-40B4-BE49-F238E27FC236}">
                <a16:creationId xmlns:a16="http://schemas.microsoft.com/office/drawing/2014/main" id="{F5F00EAA-C8E6-BCEC-C8AC-948A3F3819E2}"/>
              </a:ext>
            </a:extLst>
          </p:cNvPr>
          <p:cNvSpPr>
            <a:spLocks noGrp="1"/>
          </p:cNvSpPr>
          <p:nvPr>
            <p:ph type="sldNum" sz="quarter" idx="5"/>
          </p:nvPr>
        </p:nvSpPr>
        <p:spPr/>
        <p:txBody>
          <a:bodyPr/>
          <a:lstStyle/>
          <a:p>
            <a:fld id="{E6840DEB-EC1B-46C3-A191-BC72553D863C}" type="slidenum">
              <a:rPr lang="en-US" smtClean="0"/>
              <a:t>28</a:t>
            </a:fld>
            <a:endParaRPr lang="en-US"/>
          </a:p>
        </p:txBody>
      </p:sp>
    </p:spTree>
    <p:extLst>
      <p:ext uri="{BB962C8B-B14F-4D97-AF65-F5344CB8AC3E}">
        <p14:creationId xmlns:p14="http://schemas.microsoft.com/office/powerpoint/2010/main" val="1096752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C6433-F5A6-692A-20D9-EF4A8FB92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A66D3-7DE3-F3EE-0E02-3E978CA45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E49E2-D43B-F86D-1BA1-88F535380042}"/>
              </a:ext>
            </a:extLst>
          </p:cNvPr>
          <p:cNvSpPr>
            <a:spLocks noGrp="1"/>
          </p:cNvSpPr>
          <p:nvPr>
            <p:ph type="body" idx="1"/>
          </p:nvPr>
        </p:nvSpPr>
        <p:spPr/>
        <p:txBody>
          <a:bodyPr/>
          <a:lstStyle/>
          <a:p>
            <a:r>
              <a:rPr lang="en-US"/>
              <a:t>Unsubscribe</a:t>
            </a:r>
          </a:p>
          <a:p>
            <a:r>
              <a:rPr lang="en-US"/>
              <a:t>Go to User Profile</a:t>
            </a:r>
          </a:p>
          <a:p>
            <a:r>
              <a:rPr lang="en-US"/>
              <a:t>Preferences</a:t>
            </a:r>
          </a:p>
          <a:p>
            <a:r>
              <a:rPr lang="en-US"/>
              <a:t>Filter by Knowledge</a:t>
            </a:r>
          </a:p>
          <a:p>
            <a:r>
              <a:rPr lang="en-US"/>
              <a:t>I see 8 configurable settings</a:t>
            </a:r>
          </a:p>
          <a:p>
            <a:r>
              <a:rPr lang="en-US"/>
              <a:t>Also 4 additional toggles: Approval, Submission, Feedback, and User triggered.</a:t>
            </a:r>
          </a:p>
          <a:p>
            <a:r>
              <a:rPr lang="en-US"/>
              <a:t>Toggle off the ones you don’t wish to receive.</a:t>
            </a:r>
          </a:p>
          <a:p>
            <a:endParaRPr lang="en-US"/>
          </a:p>
        </p:txBody>
      </p:sp>
      <p:sp>
        <p:nvSpPr>
          <p:cNvPr id="4" name="Slide Number Placeholder 3">
            <a:extLst>
              <a:ext uri="{FF2B5EF4-FFF2-40B4-BE49-F238E27FC236}">
                <a16:creationId xmlns:a16="http://schemas.microsoft.com/office/drawing/2014/main" id="{CC9F7A04-F2D8-405A-4496-C0107CB3812F}"/>
              </a:ext>
            </a:extLst>
          </p:cNvPr>
          <p:cNvSpPr>
            <a:spLocks noGrp="1"/>
          </p:cNvSpPr>
          <p:nvPr>
            <p:ph type="sldNum" sz="quarter" idx="5"/>
          </p:nvPr>
        </p:nvSpPr>
        <p:spPr/>
        <p:txBody>
          <a:bodyPr/>
          <a:lstStyle/>
          <a:p>
            <a:fld id="{E6840DEB-EC1B-46C3-A191-BC72553D863C}" type="slidenum">
              <a:rPr lang="en-US" smtClean="0"/>
              <a:t>29</a:t>
            </a:fld>
            <a:endParaRPr lang="en-US"/>
          </a:p>
        </p:txBody>
      </p:sp>
    </p:spTree>
    <p:extLst>
      <p:ext uri="{BB962C8B-B14F-4D97-AF65-F5344CB8AC3E}">
        <p14:creationId xmlns:p14="http://schemas.microsoft.com/office/powerpoint/2010/main" val="1836615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AD30-76BA-ADD4-35F9-3209D54EA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1E572-2E0B-6AAC-C7B5-DACEAF64A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873EB-327B-21CE-83C9-618FEBA25DC6}"/>
              </a:ext>
            </a:extLst>
          </p:cNvPr>
          <p:cNvSpPr>
            <a:spLocks noGrp="1"/>
          </p:cNvSpPr>
          <p:nvPr>
            <p:ph type="body" idx="1"/>
          </p:nvPr>
        </p:nvSpPr>
        <p:spPr/>
        <p:txBody>
          <a:bodyPr/>
          <a:lstStyle/>
          <a:p>
            <a:r>
              <a:rPr lang="en-US"/>
              <a:t>Unsubscribe</a:t>
            </a:r>
          </a:p>
          <a:p>
            <a:r>
              <a:rPr lang="en-US"/>
              <a:t>Go to User Profile</a:t>
            </a:r>
          </a:p>
          <a:p>
            <a:r>
              <a:rPr lang="en-US"/>
              <a:t>Preferences</a:t>
            </a:r>
          </a:p>
          <a:p>
            <a:r>
              <a:rPr lang="en-US"/>
              <a:t>Filter by Knowledge</a:t>
            </a:r>
          </a:p>
          <a:p>
            <a:r>
              <a:rPr lang="en-US"/>
              <a:t>I see 8 configurable settings</a:t>
            </a:r>
          </a:p>
          <a:p>
            <a:r>
              <a:rPr lang="en-US"/>
              <a:t>Also 4 additional toggles: Approval, Submission, Feedback, and User triggered.</a:t>
            </a:r>
          </a:p>
          <a:p>
            <a:r>
              <a:rPr lang="en-US"/>
              <a:t>Toggle off the ones you don’t wish to receive.</a:t>
            </a:r>
          </a:p>
          <a:p>
            <a:r>
              <a:rPr lang="en-US"/>
              <a:t>Looks like it worked:  I stopped receiving the Reg: emails about knowledge after I unsubscribed.</a:t>
            </a:r>
          </a:p>
          <a:p>
            <a:endParaRPr lang="en-US"/>
          </a:p>
          <a:p>
            <a:r>
              <a:rPr lang="en-US"/>
              <a:t>(Please note that this only affects the emails starting with Reg:   )</a:t>
            </a:r>
          </a:p>
          <a:p>
            <a:endParaRPr lang="en-US"/>
          </a:p>
        </p:txBody>
      </p:sp>
      <p:sp>
        <p:nvSpPr>
          <p:cNvPr id="4" name="Slide Number Placeholder 3">
            <a:extLst>
              <a:ext uri="{FF2B5EF4-FFF2-40B4-BE49-F238E27FC236}">
                <a16:creationId xmlns:a16="http://schemas.microsoft.com/office/drawing/2014/main" id="{08427A06-BEF8-8E4D-AE98-307DB02275D4}"/>
              </a:ext>
            </a:extLst>
          </p:cNvPr>
          <p:cNvSpPr>
            <a:spLocks noGrp="1"/>
          </p:cNvSpPr>
          <p:nvPr>
            <p:ph type="sldNum" sz="quarter" idx="5"/>
          </p:nvPr>
        </p:nvSpPr>
        <p:spPr/>
        <p:txBody>
          <a:bodyPr/>
          <a:lstStyle/>
          <a:p>
            <a:fld id="{E6840DEB-EC1B-46C3-A191-BC72553D863C}" type="slidenum">
              <a:rPr lang="en-US" smtClean="0"/>
              <a:t>30</a:t>
            </a:fld>
            <a:endParaRPr lang="en-US"/>
          </a:p>
        </p:txBody>
      </p:sp>
    </p:spTree>
    <p:extLst>
      <p:ext uri="{BB962C8B-B14F-4D97-AF65-F5344CB8AC3E}">
        <p14:creationId xmlns:p14="http://schemas.microsoft.com/office/powerpoint/2010/main" val="2408213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0DB10-B5A7-2CDE-7926-4F2658DAA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267D-900E-CA2C-F0EE-092D7B781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878CF-C46A-C008-80D0-7306C718C2F1}"/>
              </a:ext>
            </a:extLst>
          </p:cNvPr>
          <p:cNvSpPr>
            <a:spLocks noGrp="1"/>
          </p:cNvSpPr>
          <p:nvPr>
            <p:ph type="body" idx="1"/>
          </p:nvPr>
        </p:nvSpPr>
        <p:spPr/>
        <p:txBody>
          <a:bodyPr/>
          <a:lstStyle/>
          <a:p>
            <a:r>
              <a:rPr lang="en-US"/>
              <a:t>Feedback that goes via subscriptions to the author and OG.</a:t>
            </a:r>
          </a:p>
        </p:txBody>
      </p:sp>
      <p:sp>
        <p:nvSpPr>
          <p:cNvPr id="4" name="Slide Number Placeholder 3">
            <a:extLst>
              <a:ext uri="{FF2B5EF4-FFF2-40B4-BE49-F238E27FC236}">
                <a16:creationId xmlns:a16="http://schemas.microsoft.com/office/drawing/2014/main" id="{D99EBA2A-81C5-4AA1-A2F0-37FF1BD7C15E}"/>
              </a:ext>
            </a:extLst>
          </p:cNvPr>
          <p:cNvSpPr>
            <a:spLocks noGrp="1"/>
          </p:cNvSpPr>
          <p:nvPr>
            <p:ph type="sldNum" sz="quarter" idx="5"/>
          </p:nvPr>
        </p:nvSpPr>
        <p:spPr/>
        <p:txBody>
          <a:bodyPr/>
          <a:lstStyle/>
          <a:p>
            <a:fld id="{E6840DEB-EC1B-46C3-A191-BC72553D863C}" type="slidenum">
              <a:rPr lang="en-US" smtClean="0"/>
              <a:t>31</a:t>
            </a:fld>
            <a:endParaRPr lang="en-US"/>
          </a:p>
        </p:txBody>
      </p:sp>
    </p:spTree>
    <p:extLst>
      <p:ext uri="{BB962C8B-B14F-4D97-AF65-F5344CB8AC3E}">
        <p14:creationId xmlns:p14="http://schemas.microsoft.com/office/powerpoint/2010/main" val="3574753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Screenshot supporting comment thread on  Slide 10: "Edit Existing Article".</a:t>
            </a:r>
          </a:p>
          <a:p>
            <a:r>
              <a:rPr lang="en-US">
                <a:latin typeface="Calibri"/>
                <a:ea typeface="Calibri"/>
                <a:cs typeface="Calibri"/>
              </a:rPr>
              <a:t>Here, Author can not edit article because it is checked out for editing by an Ownership Group member.</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E6840DEB-EC1B-46C3-A191-BC72553D863C}" type="slidenum">
              <a:rPr lang="en-US" smtClean="0"/>
              <a:t>32</a:t>
            </a:fld>
            <a:endParaRPr lang="en-US"/>
          </a:p>
        </p:txBody>
      </p:sp>
    </p:spTree>
    <p:extLst>
      <p:ext uri="{BB962C8B-B14F-4D97-AF65-F5344CB8AC3E}">
        <p14:creationId xmlns:p14="http://schemas.microsoft.com/office/powerpoint/2010/main" val="36905802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emf"/><Relationship Id="rId4" Type="http://schemas.openxmlformats.org/officeDocument/2006/relationships/oleObject" Target="../embeddings/oleObject1.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005A92"/>
        </a:solidFill>
        <a:effectLst/>
      </p:bgPr>
    </p:bg>
    <p:spTree>
      <p:nvGrpSpPr>
        <p:cNvPr id="1" name="Shape 13"/>
        <p:cNvGrpSpPr/>
        <p:nvPr/>
      </p:nvGrpSpPr>
      <p:grpSpPr>
        <a:xfrm>
          <a:off x="0" y="0"/>
          <a:ext cx="0" cy="0"/>
          <a:chOff x="0" y="0"/>
          <a:chExt cx="0" cy="0"/>
        </a:xfrm>
      </p:grpSpPr>
      <p:sp>
        <p:nvSpPr>
          <p:cNvPr id="14" name="Google Shape;14;p7"/>
          <p:cNvSpPr/>
          <p:nvPr/>
        </p:nvSpPr>
        <p:spPr>
          <a:xfrm>
            <a:off x="7998862" y="1025525"/>
            <a:ext cx="222820" cy="4572000"/>
          </a:xfrm>
          <a:prstGeom prst="rect">
            <a:avLst/>
          </a:prstGeom>
          <a:solidFill>
            <a:srgbClr val="BFBFBF"/>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799" b="0" i="0" u="none" strike="noStrike" cap="none">
              <a:solidFill>
                <a:srgbClr val="FFFFFF"/>
              </a:solidFill>
              <a:latin typeface="Arial"/>
              <a:ea typeface="Arial"/>
              <a:cs typeface="Arial"/>
              <a:sym typeface="Arial"/>
            </a:endParaRPr>
          </a:p>
        </p:txBody>
      </p:sp>
      <p:sp>
        <p:nvSpPr>
          <p:cNvPr id="15" name="Google Shape;15;p7"/>
          <p:cNvSpPr/>
          <p:nvPr/>
        </p:nvSpPr>
        <p:spPr>
          <a:xfrm>
            <a:off x="1588460" y="1025525"/>
            <a:ext cx="222820" cy="4572000"/>
          </a:xfrm>
          <a:prstGeom prst="rect">
            <a:avLst/>
          </a:prstGeom>
          <a:solidFill>
            <a:srgbClr val="BFBFBF"/>
          </a:soli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799" b="0" i="0" u="none" strike="noStrike" cap="none">
              <a:solidFill>
                <a:srgbClr val="FFFFFF"/>
              </a:solidFill>
              <a:latin typeface="Arial"/>
              <a:ea typeface="Arial"/>
              <a:cs typeface="Arial"/>
              <a:sym typeface="Arial"/>
            </a:endParaRPr>
          </a:p>
        </p:txBody>
      </p:sp>
      <p:pic>
        <p:nvPicPr>
          <p:cNvPr id="16" name="Google Shape;16;p7"/>
          <p:cNvPicPr preferRelativeResize="0"/>
          <p:nvPr/>
        </p:nvPicPr>
        <p:blipFill rotWithShape="1">
          <a:blip r:embed="rId2">
            <a:alphaModFix/>
          </a:blip>
          <a:srcRect/>
          <a:stretch/>
        </p:blipFill>
        <p:spPr>
          <a:xfrm>
            <a:off x="9553580" y="6074262"/>
            <a:ext cx="2189402" cy="368971"/>
          </a:xfrm>
          <a:prstGeom prst="rect">
            <a:avLst/>
          </a:prstGeom>
          <a:noFill/>
          <a:ln>
            <a:noFill/>
          </a:ln>
        </p:spPr>
      </p:pic>
      <p:sp>
        <p:nvSpPr>
          <p:cNvPr id="17" name="Google Shape;17;p7"/>
          <p:cNvSpPr txBox="1">
            <a:spLocks noGrp="1"/>
          </p:cNvSpPr>
          <p:nvPr>
            <p:ph type="body" idx="1"/>
          </p:nvPr>
        </p:nvSpPr>
        <p:spPr>
          <a:xfrm>
            <a:off x="1899106" y="1025526"/>
            <a:ext cx="5989649" cy="20859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4000"/>
              <a:buNone/>
              <a:defRPr sz="4000" b="1">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8" name="Google Shape;18;p7"/>
          <p:cNvSpPr txBox="1">
            <a:spLocks noGrp="1"/>
          </p:cNvSpPr>
          <p:nvPr>
            <p:ph type="body" idx="2"/>
          </p:nvPr>
        </p:nvSpPr>
        <p:spPr>
          <a:xfrm>
            <a:off x="1899144" y="3263900"/>
            <a:ext cx="5989610" cy="1244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800"/>
              <a:buNone/>
              <a:defRPr sz="2800" b="1">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9" name="Google Shape;19;p7"/>
          <p:cNvSpPr txBox="1">
            <a:spLocks noGrp="1"/>
          </p:cNvSpPr>
          <p:nvPr>
            <p:ph type="body" idx="3"/>
          </p:nvPr>
        </p:nvSpPr>
        <p:spPr>
          <a:xfrm>
            <a:off x="1899105" y="4657727"/>
            <a:ext cx="5989610" cy="93979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400"/>
              <a:buNone/>
              <a:defRPr sz="2400" b="1">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97301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371475" y="2"/>
            <a:ext cx="10515600" cy="7008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5A92"/>
              </a:buClr>
              <a:buSzPts val="2399"/>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10"/>
          <p:cNvSpPr txBox="1">
            <a:spLocks noGrp="1"/>
          </p:cNvSpPr>
          <p:nvPr>
            <p:ph type="body" idx="1"/>
          </p:nvPr>
        </p:nvSpPr>
        <p:spPr>
          <a:xfrm>
            <a:off x="371476" y="964768"/>
            <a:ext cx="5181600" cy="438912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0" name="Google Shape;40;p10"/>
          <p:cNvSpPr txBox="1">
            <a:spLocks noGrp="1"/>
          </p:cNvSpPr>
          <p:nvPr>
            <p:ph type="body" idx="2"/>
          </p:nvPr>
        </p:nvSpPr>
        <p:spPr>
          <a:xfrm>
            <a:off x="5705475" y="964768"/>
            <a:ext cx="5181600" cy="438912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a:latin typeface="Arial"/>
                <a:ea typeface="Arial"/>
                <a:cs typeface="Arial"/>
                <a:sym typeface="Arial"/>
              </a:defRPr>
            </a:lvl2pPr>
            <a:lvl3pPr marL="1371600" lvl="2" indent="-228600" algn="l">
              <a:lnSpc>
                <a:spcPct val="90000"/>
              </a:lnSpc>
              <a:spcBef>
                <a:spcPts val="500"/>
              </a:spcBef>
              <a:spcAft>
                <a:spcPts val="0"/>
              </a:spcAft>
              <a:buClr>
                <a:schemeClr val="dk1"/>
              </a:buClr>
              <a:buSzPts val="1800"/>
              <a:buNone/>
              <a:defRPr sz="18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1" name="Google Shape;41;p10"/>
          <p:cNvSpPr/>
          <p:nvPr/>
        </p:nvSpPr>
        <p:spPr>
          <a:xfrm>
            <a:off x="-708" y="6083872"/>
            <a:ext cx="12192000" cy="45719"/>
          </a:xfrm>
          <a:prstGeom prst="rect">
            <a:avLst/>
          </a:prstGeom>
          <a:solidFill>
            <a:srgbClr val="E7192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Arial"/>
              <a:ea typeface="Arial"/>
              <a:cs typeface="Arial"/>
              <a:sym typeface="Arial"/>
            </a:endParaRPr>
          </a:p>
        </p:txBody>
      </p:sp>
      <p:sp>
        <p:nvSpPr>
          <p:cNvPr id="42" name="Google Shape;42;p10"/>
          <p:cNvSpPr/>
          <p:nvPr/>
        </p:nvSpPr>
        <p:spPr>
          <a:xfrm>
            <a:off x="1" y="6129590"/>
            <a:ext cx="12192000" cy="728838"/>
          </a:xfrm>
          <a:prstGeom prst="rect">
            <a:avLst/>
          </a:prstGeom>
          <a:solidFill>
            <a:srgbClr val="005A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5594C6"/>
              </a:solidFill>
              <a:latin typeface="Arial"/>
              <a:ea typeface="Arial"/>
              <a:cs typeface="Arial"/>
              <a:sym typeface="Arial"/>
            </a:endParaRPr>
          </a:p>
        </p:txBody>
      </p:sp>
      <p:pic>
        <p:nvPicPr>
          <p:cNvPr id="43" name="Google Shape;43;p10"/>
          <p:cNvPicPr preferRelativeResize="0"/>
          <p:nvPr/>
        </p:nvPicPr>
        <p:blipFill rotWithShape="1">
          <a:blip r:embed="rId2">
            <a:alphaModFix/>
          </a:blip>
          <a:srcRect/>
          <a:stretch/>
        </p:blipFill>
        <p:spPr>
          <a:xfrm>
            <a:off x="9591680" y="6333906"/>
            <a:ext cx="2189402" cy="368971"/>
          </a:xfrm>
          <a:prstGeom prst="rect">
            <a:avLst/>
          </a:prstGeom>
          <a:noFill/>
          <a:ln>
            <a:noFill/>
          </a:ln>
        </p:spPr>
      </p:pic>
      <p:sp>
        <p:nvSpPr>
          <p:cNvPr id="44" name="Google Shape;44;p10"/>
          <p:cNvSpPr txBox="1"/>
          <p:nvPr/>
        </p:nvSpPr>
        <p:spPr>
          <a:xfrm>
            <a:off x="1" y="6288793"/>
            <a:ext cx="5504264" cy="252336"/>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rgbClr val="D8D8D8"/>
              </a:buClr>
              <a:buSzPts val="800"/>
              <a:buFont typeface="Arial"/>
              <a:buNone/>
            </a:pPr>
            <a:r>
              <a:rPr lang="en-US" sz="800" b="0" i="0" u="none" strike="noStrike" cap="none">
                <a:solidFill>
                  <a:srgbClr val="D8D8D8"/>
                </a:solidFill>
                <a:latin typeface="Arial"/>
                <a:ea typeface="Arial"/>
                <a:cs typeface="Arial"/>
                <a:sym typeface="Arial"/>
              </a:rPr>
              <a:t> Sensitive Commercial Information – </a:t>
            </a:r>
            <a:endParaRPr sz="1800"/>
          </a:p>
        </p:txBody>
      </p:sp>
      <p:sp>
        <p:nvSpPr>
          <p:cNvPr id="45" name="Google Shape;45;p10"/>
          <p:cNvSpPr txBox="1">
            <a:spLocks noGrp="1"/>
          </p:cNvSpPr>
          <p:nvPr>
            <p:ph type="dt" idx="10"/>
          </p:nvPr>
        </p:nvSpPr>
        <p:spPr>
          <a:xfrm>
            <a:off x="31643" y="6463091"/>
            <a:ext cx="1142396" cy="2357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800">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4A04817-55D2-4D66-A851-364A59DB863A}" type="datetimeFigureOut">
              <a:rPr lang="en-US" smtClean="0"/>
              <a:t>4/14/2026</a:t>
            </a:fld>
            <a:endParaRPr lang="en-US"/>
          </a:p>
        </p:txBody>
      </p:sp>
    </p:spTree>
    <p:extLst>
      <p:ext uri="{BB962C8B-B14F-4D97-AF65-F5344CB8AC3E}">
        <p14:creationId xmlns:p14="http://schemas.microsoft.com/office/powerpoint/2010/main" val="293508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ote Slide">
  <p:cSld name="Vote Slide">
    <p:spTree>
      <p:nvGrpSpPr>
        <p:cNvPr id="1" name="Shape 46"/>
        <p:cNvGrpSpPr/>
        <p:nvPr/>
      </p:nvGrpSpPr>
      <p:grpSpPr>
        <a:xfrm>
          <a:off x="0" y="0"/>
          <a:ext cx="0" cy="0"/>
          <a:chOff x="0" y="0"/>
          <a:chExt cx="0" cy="0"/>
        </a:xfrm>
      </p:grpSpPr>
      <p:sp>
        <p:nvSpPr>
          <p:cNvPr id="47" name="Google Shape;47;p11"/>
          <p:cNvSpPr/>
          <p:nvPr/>
        </p:nvSpPr>
        <p:spPr>
          <a:xfrm>
            <a:off x="-708" y="6083872"/>
            <a:ext cx="12192000" cy="45719"/>
          </a:xfrm>
          <a:prstGeom prst="rect">
            <a:avLst/>
          </a:prstGeom>
          <a:solidFill>
            <a:srgbClr val="E7192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Arial"/>
              <a:ea typeface="Arial"/>
              <a:cs typeface="Arial"/>
              <a:sym typeface="Arial"/>
            </a:endParaRPr>
          </a:p>
        </p:txBody>
      </p:sp>
      <p:sp>
        <p:nvSpPr>
          <p:cNvPr id="48" name="Google Shape;48;p11"/>
          <p:cNvSpPr/>
          <p:nvPr/>
        </p:nvSpPr>
        <p:spPr>
          <a:xfrm>
            <a:off x="1" y="6129590"/>
            <a:ext cx="12192000" cy="728838"/>
          </a:xfrm>
          <a:prstGeom prst="rect">
            <a:avLst/>
          </a:prstGeom>
          <a:solidFill>
            <a:srgbClr val="005A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5594C6"/>
              </a:solidFill>
              <a:latin typeface="Arial"/>
              <a:ea typeface="Arial"/>
              <a:cs typeface="Arial"/>
              <a:sym typeface="Arial"/>
            </a:endParaRPr>
          </a:p>
        </p:txBody>
      </p:sp>
      <p:pic>
        <p:nvPicPr>
          <p:cNvPr id="49" name="Google Shape;49;p11"/>
          <p:cNvPicPr preferRelativeResize="0"/>
          <p:nvPr/>
        </p:nvPicPr>
        <p:blipFill rotWithShape="1">
          <a:blip r:embed="rId2">
            <a:alphaModFix/>
          </a:blip>
          <a:srcRect/>
          <a:stretch/>
        </p:blipFill>
        <p:spPr>
          <a:xfrm>
            <a:off x="9591680" y="6333906"/>
            <a:ext cx="2189402" cy="368971"/>
          </a:xfrm>
          <a:prstGeom prst="rect">
            <a:avLst/>
          </a:prstGeom>
          <a:noFill/>
          <a:ln>
            <a:noFill/>
          </a:ln>
        </p:spPr>
      </p:pic>
      <p:sp>
        <p:nvSpPr>
          <p:cNvPr id="50" name="Google Shape;50;p11"/>
          <p:cNvSpPr txBox="1">
            <a:spLocks noGrp="1"/>
          </p:cNvSpPr>
          <p:nvPr>
            <p:ph type="body" idx="1"/>
          </p:nvPr>
        </p:nvSpPr>
        <p:spPr>
          <a:xfrm>
            <a:off x="838199" y="821887"/>
            <a:ext cx="10515600" cy="332676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2400"/>
              <a:buNone/>
              <a:defRPr sz="2400">
                <a:latin typeface="Arial"/>
                <a:ea typeface="Arial"/>
                <a:cs typeface="Arial"/>
                <a:sym typeface="Arial"/>
              </a:defRPr>
            </a:lvl1pPr>
            <a:lvl2pPr marL="914400" lvl="1" indent="-228600" algn="l">
              <a:lnSpc>
                <a:spcPct val="90000"/>
              </a:lnSpc>
              <a:spcBef>
                <a:spcPts val="500"/>
              </a:spcBef>
              <a:spcAft>
                <a:spcPts val="0"/>
              </a:spcAft>
              <a:buClr>
                <a:schemeClr val="dk1"/>
              </a:buClr>
              <a:buSzPts val="2000"/>
              <a:buNone/>
              <a:defRPr sz="2000">
                <a:latin typeface="Arial"/>
                <a:ea typeface="Arial"/>
                <a:cs typeface="Arial"/>
                <a:sym typeface="Arial"/>
              </a:defRPr>
            </a:lvl2pPr>
            <a:lvl3pPr marL="1371600" lvl="2" indent="-228600" algn="l">
              <a:lnSpc>
                <a:spcPct val="90000"/>
              </a:lnSpc>
              <a:spcBef>
                <a:spcPts val="500"/>
              </a:spcBef>
              <a:spcAft>
                <a:spcPts val="0"/>
              </a:spcAft>
              <a:buClr>
                <a:schemeClr val="dk1"/>
              </a:buClr>
              <a:buSzPts val="2000"/>
              <a:buNone/>
              <a:defRPr sz="200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sz="180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sz="18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51" name="Google Shape;51;p11"/>
          <p:cNvSpPr txBox="1"/>
          <p:nvPr/>
        </p:nvSpPr>
        <p:spPr>
          <a:xfrm>
            <a:off x="837491" y="4352962"/>
            <a:ext cx="105156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a:solidFill>
                  <a:srgbClr val="FF0000"/>
                </a:solidFill>
                <a:latin typeface="Arial"/>
                <a:ea typeface="Arial"/>
                <a:cs typeface="Arial"/>
                <a:sym typeface="Arial"/>
              </a:rPr>
              <a:t>Vote</a:t>
            </a:r>
            <a:endParaRPr sz="1800"/>
          </a:p>
        </p:txBody>
      </p:sp>
      <p:sp>
        <p:nvSpPr>
          <p:cNvPr id="52" name="Google Shape;52;p11"/>
          <p:cNvSpPr txBox="1"/>
          <p:nvPr/>
        </p:nvSpPr>
        <p:spPr>
          <a:xfrm>
            <a:off x="1" y="6288793"/>
            <a:ext cx="5504264" cy="252336"/>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rgbClr val="D8D8D8"/>
              </a:buClr>
              <a:buSzPts val="800"/>
              <a:buFont typeface="Arial"/>
              <a:buNone/>
            </a:pPr>
            <a:r>
              <a:rPr lang="en-US" sz="800" b="0" i="0" u="none" strike="noStrike" cap="none">
                <a:solidFill>
                  <a:srgbClr val="D8D8D8"/>
                </a:solidFill>
                <a:latin typeface="Arial"/>
                <a:ea typeface="Arial"/>
                <a:cs typeface="Arial"/>
                <a:sym typeface="Arial"/>
              </a:rPr>
              <a:t> Sensitive Commercial Information – </a:t>
            </a:r>
            <a:endParaRPr sz="1800"/>
          </a:p>
        </p:txBody>
      </p:sp>
      <p:sp>
        <p:nvSpPr>
          <p:cNvPr id="53" name="Google Shape;53;p11"/>
          <p:cNvSpPr txBox="1">
            <a:spLocks noGrp="1"/>
          </p:cNvSpPr>
          <p:nvPr>
            <p:ph type="dt" idx="10"/>
          </p:nvPr>
        </p:nvSpPr>
        <p:spPr>
          <a:xfrm>
            <a:off x="31643" y="6463091"/>
            <a:ext cx="1142396" cy="2357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800">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4A04817-55D2-4D66-A851-364A59DB863A}" type="datetimeFigureOut">
              <a:rPr lang="en-US" smtClean="0"/>
              <a:t>4/14/2026</a:t>
            </a:fld>
            <a:endParaRPr lang="en-US"/>
          </a:p>
        </p:txBody>
      </p:sp>
    </p:spTree>
    <p:extLst>
      <p:ext uri="{BB962C8B-B14F-4D97-AF65-F5344CB8AC3E}">
        <p14:creationId xmlns:p14="http://schemas.microsoft.com/office/powerpoint/2010/main" val="1946331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graphicFrame>
        <p:nvGraphicFramePr>
          <p:cNvPr id="18" name="Object 17" hidden="1"/>
          <p:cNvGraphicFramePr>
            <a:graphicFrameLocks noChangeAspect="1"/>
          </p:cNvGraphicFramePr>
          <p:nvPr>
            <p:custDataLst>
              <p:tags r:id="rId1"/>
            </p:custDataLst>
            <p:extLst>
              <p:ext uri="{D42A27DB-BD31-4B8C-83A1-F6EECF244321}">
                <p14:modId xmlns:p14="http://schemas.microsoft.com/office/powerpoint/2010/main" val="40312586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18" name="Object 1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Rectangle 16" hidden="1"/>
          <p:cNvSpPr/>
          <p:nvPr>
            <p:custDataLst>
              <p:tags r:id="rId2"/>
            </p:custDataLst>
          </p:nvPr>
        </p:nvSpPr>
        <p:spPr>
          <a:xfrm>
            <a:off x="1"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399" b="1">
              <a:solidFill>
                <a:prstClr val="white"/>
              </a:solidFill>
              <a:sym typeface="Rockwell" panose="02060603020205020403" pitchFamily="18" charset="0"/>
            </a:endParaRPr>
          </a:p>
        </p:txBody>
      </p:sp>
      <p:sp>
        <p:nvSpPr>
          <p:cNvPr id="3" name="Content Placeholder 2"/>
          <p:cNvSpPr>
            <a:spLocks noGrp="1"/>
          </p:cNvSpPr>
          <p:nvPr>
            <p:ph idx="1"/>
          </p:nvPr>
        </p:nvSpPr>
        <p:spPr>
          <a:xfrm>
            <a:off x="371475" y="978747"/>
            <a:ext cx="10515600" cy="4847719"/>
          </a:xfrm>
        </p:spPr>
        <p:txBody>
          <a:bodyPr>
            <a:normAutofit/>
          </a:bodyPr>
          <a:lstStyle>
            <a:lvl1pPr marL="0" indent="0">
              <a:buNone/>
              <a:defRPr sz="2400">
                <a:latin typeface="Arial" panose="020B0604020202020204" pitchFamily="34" charset="0"/>
                <a:cs typeface="Arial" panose="020B0604020202020204" pitchFamily="34" charset="0"/>
              </a:defRPr>
            </a:lvl1pPr>
            <a:lvl2pPr marL="457063" indent="0">
              <a:buNone/>
              <a:defRPr sz="2000">
                <a:latin typeface="Arial" panose="020B0604020202020204" pitchFamily="34" charset="0"/>
                <a:cs typeface="Arial" panose="020B0604020202020204" pitchFamily="34" charset="0"/>
              </a:defRPr>
            </a:lvl2pPr>
            <a:lvl3pPr marL="914126" indent="0">
              <a:buNone/>
              <a:defRPr sz="2000">
                <a:latin typeface="Arial" panose="020B0604020202020204" pitchFamily="34" charset="0"/>
                <a:cs typeface="Arial" panose="020B0604020202020204" pitchFamily="34" charset="0"/>
              </a:defRPr>
            </a:lvl3pPr>
            <a:lvl4pPr marL="1371189" indent="0">
              <a:buNone/>
              <a:defRPr sz="1800">
                <a:latin typeface="Arial" panose="020B0604020202020204" pitchFamily="34" charset="0"/>
                <a:cs typeface="Arial" panose="020B0604020202020204" pitchFamily="34" charset="0"/>
              </a:defRPr>
            </a:lvl4pPr>
            <a:lvl5pPr marL="1828252" indent="0">
              <a:buNone/>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708" y="6083872"/>
            <a:ext cx="12192000" cy="45719"/>
          </a:xfrm>
          <a:prstGeom prst="rect">
            <a:avLst/>
          </a:prstGeom>
          <a:solidFill>
            <a:srgbClr val="E7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350">
              <a:solidFill>
                <a:srgbClr val="FFFFFF"/>
              </a:solidFill>
            </a:endParaRPr>
          </a:p>
        </p:txBody>
      </p:sp>
      <p:sp>
        <p:nvSpPr>
          <p:cNvPr id="13" name="Rectangle 12"/>
          <p:cNvSpPr>
            <a:spLocks noChangeArrowheads="1"/>
          </p:cNvSpPr>
          <p:nvPr/>
        </p:nvSpPr>
        <p:spPr bwMode="auto">
          <a:xfrm>
            <a:off x="1" y="6129590"/>
            <a:ext cx="12192000" cy="728838"/>
          </a:xfrm>
          <a:prstGeom prst="rect">
            <a:avLst/>
          </a:prstGeom>
          <a:solidFill>
            <a:srgbClr val="005A92"/>
          </a:solidFill>
          <a:ln w="9525">
            <a:noFill/>
            <a:miter lim="800000"/>
            <a:headEnd/>
            <a:tailEnd/>
          </a:ln>
          <a:effectLst/>
        </p:spPr>
        <p:txBody>
          <a:bodyPr anchor="ctr"/>
          <a:lstStyle/>
          <a:p>
            <a:pPr algn="ctr" fontAlgn="base">
              <a:spcBef>
                <a:spcPct val="0"/>
              </a:spcBef>
              <a:spcAft>
                <a:spcPct val="0"/>
              </a:spcAft>
              <a:defRPr/>
            </a:pPr>
            <a:endParaRPr lang="en-US" sz="1350">
              <a:solidFill>
                <a:srgbClr val="5594C6"/>
              </a:solidFill>
              <a:ea typeface="ＭＳ Ｐゴシック" pitchFamily="34" charset="-128"/>
              <a:cs typeface="Arial" charset="0"/>
            </a:endParaRPr>
          </a:p>
        </p:txBody>
      </p:sp>
      <p:pic>
        <p:nvPicPr>
          <p:cNvPr id="14" name="Picture 5"/>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591680" y="6333906"/>
            <a:ext cx="2189402" cy="36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44">
            <a:extLst>
              <a:ext uri="{FF2B5EF4-FFF2-40B4-BE49-F238E27FC236}">
                <a16:creationId xmlns:a16="http://schemas.microsoft.com/office/drawing/2014/main" id="{7BA6CDE4-BAD8-4A6E-B15A-40826D6201F6}"/>
              </a:ext>
            </a:extLst>
          </p:cNvPr>
          <p:cNvSpPr txBox="1">
            <a:spLocks noChangeArrowheads="1"/>
          </p:cNvSpPr>
          <p:nvPr/>
        </p:nvSpPr>
        <p:spPr bwMode="auto">
          <a:xfrm>
            <a:off x="1" y="6288793"/>
            <a:ext cx="5504264" cy="395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100" b="1">
                <a:solidFill>
                  <a:schemeClr val="tx1"/>
                </a:solidFill>
                <a:latin typeface="Arial" pitchFamily="34" charset="0"/>
                <a:ea typeface="MS PGothic" pitchFamily="34" charset="-128"/>
              </a:defRPr>
            </a:lvl1pPr>
            <a:lvl2pPr marL="742950" indent="-285750" eaLnBrk="0" hangingPunct="0">
              <a:defRPr sz="2100" b="1">
                <a:solidFill>
                  <a:schemeClr val="tx1"/>
                </a:solidFill>
                <a:latin typeface="Arial" pitchFamily="34" charset="0"/>
                <a:ea typeface="MS PGothic" pitchFamily="34" charset="-128"/>
              </a:defRPr>
            </a:lvl2pPr>
            <a:lvl3pPr marL="1143000" indent="-228600" eaLnBrk="0" hangingPunct="0">
              <a:defRPr sz="2100" b="1">
                <a:solidFill>
                  <a:schemeClr val="tx1"/>
                </a:solidFill>
                <a:latin typeface="Arial" pitchFamily="34" charset="0"/>
                <a:ea typeface="MS PGothic" pitchFamily="34" charset="-128"/>
              </a:defRPr>
            </a:lvl3pPr>
            <a:lvl4pPr marL="1600200" indent="-228600" eaLnBrk="0" hangingPunct="0">
              <a:defRPr sz="2100" b="1">
                <a:solidFill>
                  <a:schemeClr val="tx1"/>
                </a:solidFill>
                <a:latin typeface="Arial" pitchFamily="34" charset="0"/>
                <a:ea typeface="MS PGothic" pitchFamily="34" charset="-128"/>
              </a:defRPr>
            </a:lvl4pPr>
            <a:lvl5pPr marL="2057400" indent="-228600" eaLnBrk="0" hangingPunct="0">
              <a:defRPr sz="2100" b="1">
                <a:solidFill>
                  <a:schemeClr val="tx1"/>
                </a:solidFill>
                <a:latin typeface="Arial" pitchFamily="34" charset="0"/>
                <a:ea typeface="MS PGothic" pitchFamily="34" charset="-128"/>
              </a:defRPr>
            </a:lvl5pPr>
            <a:lvl6pPr marL="2514600" indent="-228600" eaLnBrk="0" fontAlgn="base" hangingPunct="0">
              <a:lnSpc>
                <a:spcPct val="90000"/>
              </a:lnSpc>
              <a:spcBef>
                <a:spcPct val="10000"/>
              </a:spcBef>
              <a:spcAft>
                <a:spcPct val="0"/>
              </a:spcAft>
              <a:buClr>
                <a:srgbClr val="0040C0"/>
              </a:buClr>
              <a:buFont typeface="Wingdings" pitchFamily="2" charset="2"/>
              <a:buChar char="Ø"/>
              <a:defRPr sz="2100" b="1">
                <a:solidFill>
                  <a:schemeClr val="tx1"/>
                </a:solidFill>
                <a:latin typeface="Arial" pitchFamily="34" charset="0"/>
                <a:ea typeface="MS PGothic" pitchFamily="34" charset="-128"/>
              </a:defRPr>
            </a:lvl6pPr>
            <a:lvl7pPr marL="2971800" indent="-228600" eaLnBrk="0" fontAlgn="base" hangingPunct="0">
              <a:lnSpc>
                <a:spcPct val="90000"/>
              </a:lnSpc>
              <a:spcBef>
                <a:spcPct val="10000"/>
              </a:spcBef>
              <a:spcAft>
                <a:spcPct val="0"/>
              </a:spcAft>
              <a:buClr>
                <a:srgbClr val="0040C0"/>
              </a:buClr>
              <a:buFont typeface="Wingdings" pitchFamily="2" charset="2"/>
              <a:buChar char="Ø"/>
              <a:defRPr sz="2100" b="1">
                <a:solidFill>
                  <a:schemeClr val="tx1"/>
                </a:solidFill>
                <a:latin typeface="Arial" pitchFamily="34" charset="0"/>
                <a:ea typeface="MS PGothic" pitchFamily="34" charset="-128"/>
              </a:defRPr>
            </a:lvl7pPr>
            <a:lvl8pPr marL="3429000" indent="-228600" eaLnBrk="0" fontAlgn="base" hangingPunct="0">
              <a:lnSpc>
                <a:spcPct val="90000"/>
              </a:lnSpc>
              <a:spcBef>
                <a:spcPct val="10000"/>
              </a:spcBef>
              <a:spcAft>
                <a:spcPct val="0"/>
              </a:spcAft>
              <a:buClr>
                <a:srgbClr val="0040C0"/>
              </a:buClr>
              <a:buFont typeface="Wingdings" pitchFamily="2" charset="2"/>
              <a:buChar char="Ø"/>
              <a:defRPr sz="2100" b="1">
                <a:solidFill>
                  <a:schemeClr val="tx1"/>
                </a:solidFill>
                <a:latin typeface="Arial" pitchFamily="34" charset="0"/>
                <a:ea typeface="MS PGothic" pitchFamily="34" charset="-128"/>
              </a:defRPr>
            </a:lvl8pPr>
            <a:lvl9pPr marL="3886200" indent="-228600" eaLnBrk="0" fontAlgn="base" hangingPunct="0">
              <a:lnSpc>
                <a:spcPct val="90000"/>
              </a:lnSpc>
              <a:spcBef>
                <a:spcPct val="10000"/>
              </a:spcBef>
              <a:spcAft>
                <a:spcPct val="0"/>
              </a:spcAft>
              <a:buClr>
                <a:srgbClr val="0040C0"/>
              </a:buClr>
              <a:buFont typeface="Wingdings" pitchFamily="2" charset="2"/>
              <a:buChar char="Ø"/>
              <a:defRPr sz="2100" b="1">
                <a:solidFill>
                  <a:schemeClr val="tx1"/>
                </a:solidFill>
                <a:latin typeface="Arial" pitchFamily="34" charset="0"/>
                <a:ea typeface="MS PGothic" pitchFamily="34" charset="-128"/>
              </a:defRPr>
            </a:lvl9pPr>
          </a:lstStyle>
          <a:p>
            <a:pPr algn="l" eaLnBrk="1" hangingPunct="1">
              <a:lnSpc>
                <a:spcPct val="130000"/>
              </a:lnSpc>
              <a:spcBef>
                <a:spcPct val="0"/>
              </a:spcBef>
              <a:buClrTx/>
              <a:buFontTx/>
              <a:buNone/>
              <a:defRPr/>
            </a:pPr>
            <a:r>
              <a:rPr lang="en-US" sz="800" b="0">
                <a:solidFill>
                  <a:schemeClr val="bg1">
                    <a:lumMod val="85000"/>
                  </a:schemeClr>
                </a:solidFill>
                <a:latin typeface="+mn-lt"/>
              </a:rPr>
              <a:t> Sensitive Commercial Information</a:t>
            </a:r>
          </a:p>
          <a:p>
            <a:pPr algn="l" eaLnBrk="1" hangingPunct="1">
              <a:lnSpc>
                <a:spcPct val="130000"/>
              </a:lnSpc>
              <a:spcBef>
                <a:spcPct val="0"/>
              </a:spcBef>
              <a:buClrTx/>
              <a:buFontTx/>
              <a:buNone/>
              <a:defRPr/>
            </a:pPr>
            <a:endParaRPr lang="en-US" sz="800" b="0">
              <a:solidFill>
                <a:schemeClr val="bg1">
                  <a:lumMod val="85000"/>
                </a:schemeClr>
              </a:solidFill>
              <a:latin typeface="+mn-lt"/>
            </a:endParaRPr>
          </a:p>
        </p:txBody>
      </p:sp>
      <p:sp>
        <p:nvSpPr>
          <p:cNvPr id="4" name="Date Placeholder 3">
            <a:extLst>
              <a:ext uri="{FF2B5EF4-FFF2-40B4-BE49-F238E27FC236}">
                <a16:creationId xmlns:a16="http://schemas.microsoft.com/office/drawing/2014/main" id="{43CB898F-2B59-425D-A2FC-03FA91330DAC}"/>
              </a:ext>
            </a:extLst>
          </p:cNvPr>
          <p:cNvSpPr>
            <a:spLocks noGrp="1"/>
          </p:cNvSpPr>
          <p:nvPr>
            <p:ph type="dt" sz="half" idx="10"/>
          </p:nvPr>
        </p:nvSpPr>
        <p:spPr/>
        <p:txBody>
          <a:bodyPr/>
          <a:lstStyle/>
          <a:p>
            <a:fld id="{64A04817-55D2-4D66-A851-364A59DB863A}" type="datetimeFigureOut">
              <a:rPr lang="en-US" smtClean="0"/>
              <a:t>4/14/2026</a:t>
            </a:fld>
            <a:endParaRPr lang="en-US"/>
          </a:p>
        </p:txBody>
      </p:sp>
      <p:sp>
        <p:nvSpPr>
          <p:cNvPr id="5" name="Title 4">
            <a:extLst>
              <a:ext uri="{FF2B5EF4-FFF2-40B4-BE49-F238E27FC236}">
                <a16:creationId xmlns:a16="http://schemas.microsoft.com/office/drawing/2014/main" id="{7CCEC4AB-0DE8-4B7A-B70B-30CC2AD02280}"/>
              </a:ext>
            </a:extLst>
          </p:cNvPr>
          <p:cNvSpPr>
            <a:spLocks noGrp="1"/>
          </p:cNvSpPr>
          <p:nvPr>
            <p:ph type="title"/>
          </p:nvPr>
        </p:nvSpPr>
        <p:spPr/>
        <p:txBody>
          <a:bodyPr vert="horz"/>
          <a:lstStyle/>
          <a:p>
            <a:r>
              <a:rPr lang="en-US"/>
              <a:t>Click to edit Master title style</a:t>
            </a:r>
          </a:p>
        </p:txBody>
      </p:sp>
      <p:sp>
        <p:nvSpPr>
          <p:cNvPr id="6" name="TextBox 5">
            <a:extLst>
              <a:ext uri="{FF2B5EF4-FFF2-40B4-BE49-F238E27FC236}">
                <a16:creationId xmlns:a16="http://schemas.microsoft.com/office/drawing/2014/main" id="{FB864501-F95B-561D-9C49-E289489FAFBD}"/>
              </a:ext>
            </a:extLst>
          </p:cNvPr>
          <p:cNvSpPr txBox="1"/>
          <p:nvPr/>
        </p:nvSpPr>
        <p:spPr>
          <a:xfrm>
            <a:off x="32001" y="6592579"/>
            <a:ext cx="411818" cy="215444"/>
          </a:xfrm>
          <a:prstGeom prst="rect">
            <a:avLst/>
          </a:prstGeom>
          <a:noFill/>
        </p:spPr>
        <p:txBody>
          <a:bodyPr wrap="square" rtlCol="0">
            <a:spAutoFit/>
          </a:bodyPr>
          <a:lstStyle/>
          <a:p>
            <a:fld id="{B790A5C1-4DCE-4698-BBC3-604B6BC499A4}" type="slidenum">
              <a:rPr lang="en-US" sz="800" smtClean="0">
                <a:solidFill>
                  <a:schemeClr val="bg1">
                    <a:lumMod val="85000"/>
                  </a:schemeClr>
                </a:solidFill>
              </a:rPr>
              <a:t>‹#›</a:t>
            </a:fld>
            <a:endParaRPr lang="en-US" sz="800">
              <a:solidFill>
                <a:schemeClr val="bg1">
                  <a:lumMod val="85000"/>
                </a:schemeClr>
              </a:solidFill>
            </a:endParaRPr>
          </a:p>
        </p:txBody>
      </p:sp>
    </p:spTree>
    <p:extLst>
      <p:ext uri="{BB962C8B-B14F-4D97-AF65-F5344CB8AC3E}">
        <p14:creationId xmlns:p14="http://schemas.microsoft.com/office/powerpoint/2010/main" val="2752844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C3AA5-67F7-0DB7-5925-378EE27E9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1E1621-22CA-EF01-60FB-F6461CFC2E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CFA8FD-CFB4-24F1-75B9-C7C48AF9DED8}"/>
              </a:ext>
            </a:extLst>
          </p:cNvPr>
          <p:cNvSpPr>
            <a:spLocks noGrp="1"/>
          </p:cNvSpPr>
          <p:nvPr>
            <p:ph type="dt" sz="half" idx="10"/>
          </p:nvPr>
        </p:nvSpPr>
        <p:spPr/>
        <p:txBody>
          <a:bodyPr/>
          <a:lstStyle/>
          <a:p>
            <a:fld id="{64A04817-55D2-4D66-A851-364A59DB863A}" type="datetimeFigureOut">
              <a:rPr lang="en-US" smtClean="0"/>
              <a:t>4/14/2026</a:t>
            </a:fld>
            <a:endParaRPr lang="en-US"/>
          </a:p>
        </p:txBody>
      </p:sp>
      <p:sp>
        <p:nvSpPr>
          <p:cNvPr id="5" name="Footer Placeholder 4">
            <a:extLst>
              <a:ext uri="{FF2B5EF4-FFF2-40B4-BE49-F238E27FC236}">
                <a16:creationId xmlns:a16="http://schemas.microsoft.com/office/drawing/2014/main" id="{76A03E6D-CCE4-0220-F466-8A89E1C9F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30BF9-C159-1BB6-B7D0-157CD4DC66AB}"/>
              </a:ext>
            </a:extLst>
          </p:cNvPr>
          <p:cNvSpPr>
            <a:spLocks noGrp="1"/>
          </p:cNvSpPr>
          <p:nvPr>
            <p:ph type="sldNum" sz="quarter" idx="12"/>
          </p:nvPr>
        </p:nvSpPr>
        <p:spPr/>
        <p:txBody>
          <a:bodyPr/>
          <a:lstStyle/>
          <a:p>
            <a:fld id="{42967152-A469-4BA6-BD55-D433D3716F57}" type="slidenum">
              <a:rPr lang="en-US" smtClean="0"/>
              <a:t>‹#›</a:t>
            </a:fld>
            <a:endParaRPr lang="en-US"/>
          </a:p>
        </p:txBody>
      </p:sp>
    </p:spTree>
    <p:extLst>
      <p:ext uri="{BB962C8B-B14F-4D97-AF65-F5344CB8AC3E}">
        <p14:creationId xmlns:p14="http://schemas.microsoft.com/office/powerpoint/2010/main" val="3573457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0114" name="Rectangle 2"/>
          <p:cNvSpPr>
            <a:spLocks noGrp="1" noChangeArrowheads="1"/>
          </p:cNvSpPr>
          <p:nvPr>
            <p:ph type="ctrTitle"/>
          </p:nvPr>
        </p:nvSpPr>
        <p:spPr>
          <a:xfrm>
            <a:off x="1320800" y="2133600"/>
            <a:ext cx="10363200" cy="1676400"/>
          </a:xfrm>
        </p:spPr>
        <p:txBody>
          <a:bodyPr/>
          <a:lstStyle>
            <a:lvl1pPr>
              <a:defRPr sz="3600" b="1" i="1">
                <a:solidFill>
                  <a:schemeClr val="tx1"/>
                </a:solidFill>
                <a:latin typeface="Arial" charset="0"/>
              </a:defRPr>
            </a:lvl1pPr>
          </a:lstStyle>
          <a:p>
            <a:pPr lvl="0"/>
            <a:r>
              <a:rPr lang="en-US" noProof="0"/>
              <a:t>Click to edit Master title style</a:t>
            </a:r>
          </a:p>
        </p:txBody>
      </p:sp>
      <p:sp>
        <p:nvSpPr>
          <p:cNvPr id="90115" name="Rectangle 3"/>
          <p:cNvSpPr>
            <a:spLocks noGrp="1" noChangeArrowheads="1"/>
          </p:cNvSpPr>
          <p:nvPr>
            <p:ph type="subTitle" idx="1"/>
          </p:nvPr>
        </p:nvSpPr>
        <p:spPr>
          <a:xfrm>
            <a:off x="1348317" y="4343400"/>
            <a:ext cx="8534400" cy="1143000"/>
          </a:xfrm>
        </p:spPr>
        <p:txBody>
          <a:bodyPr/>
          <a:lstStyle>
            <a:lvl1pPr marL="0" indent="0">
              <a:buFont typeface="Wingdings" pitchFamily="2" charset="2"/>
              <a:buNone/>
              <a:defRPr sz="2800" b="1"/>
            </a:lvl1pPr>
          </a:lstStyle>
          <a:p>
            <a:pPr lvl="0"/>
            <a:r>
              <a:rPr lang="en-US" noProof="0"/>
              <a:t>Click to edit Master subtitle style</a:t>
            </a:r>
          </a:p>
        </p:txBody>
      </p:sp>
    </p:spTree>
    <p:extLst>
      <p:ext uri="{BB962C8B-B14F-4D97-AF65-F5344CB8AC3E}">
        <p14:creationId xmlns:p14="http://schemas.microsoft.com/office/powerpoint/2010/main" val="2311959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39106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50116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82651" y="1524000"/>
            <a:ext cx="54864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72251" y="1524000"/>
            <a:ext cx="54864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68170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759457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570099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349888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23219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637043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570026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45084" y="762000"/>
            <a:ext cx="28956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8284" y="762000"/>
            <a:ext cx="84836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2828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8284" y="762000"/>
            <a:ext cx="11582400" cy="838200"/>
          </a:xfrm>
        </p:spPr>
        <p:txBody>
          <a:bodyPr/>
          <a:lstStyle/>
          <a:p>
            <a:r>
              <a:rPr lang="en-US"/>
              <a:t>Click to edit Master title style</a:t>
            </a:r>
          </a:p>
        </p:txBody>
      </p:sp>
      <p:sp>
        <p:nvSpPr>
          <p:cNvPr id="3" name="Text Placeholder 2"/>
          <p:cNvSpPr>
            <a:spLocks noGrp="1"/>
          </p:cNvSpPr>
          <p:nvPr>
            <p:ph type="body" sz="half" idx="1"/>
          </p:nvPr>
        </p:nvSpPr>
        <p:spPr>
          <a:xfrm>
            <a:off x="882651" y="1524000"/>
            <a:ext cx="54864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72251" y="1524000"/>
            <a:ext cx="54864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612780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Paragraphs 2">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609603" y="1381125"/>
            <a:ext cx="5367864" cy="4824414"/>
          </a:xfrm>
        </p:spPr>
        <p:txBody>
          <a:bodyPr>
            <a:normAutofit/>
          </a:bodyPr>
          <a:lstStyle>
            <a:lvl1pPr marL="0" indent="0">
              <a:spcBef>
                <a:spcPts val="1200"/>
              </a:spcBef>
              <a:spcAft>
                <a:spcPts val="0"/>
              </a:spcAft>
              <a:buNone/>
              <a:defRPr sz="2000" b="1">
                <a:solidFill>
                  <a:schemeClr val="accent1"/>
                </a:solidFill>
              </a:defRPr>
            </a:lvl1pPr>
            <a:lvl2pPr marL="231775" indent="-231775">
              <a:buClrTx/>
              <a:buFont typeface="Arial" pitchFamily="34" charset="0"/>
              <a:buChar char="•"/>
              <a:defRPr sz="2000">
                <a:solidFill>
                  <a:srgbClr val="666666"/>
                </a:solidFill>
              </a:defRPr>
            </a:lvl2pPr>
            <a:lvl3pPr marL="457200" indent="-231775">
              <a:buClrTx/>
              <a:buFont typeface="Arial" pitchFamily="34" charset="0"/>
              <a:buChar char="–"/>
              <a:defRPr sz="1800">
                <a:solidFill>
                  <a:srgbClr val="666666"/>
                </a:solidFill>
              </a:defRPr>
            </a:lvl3pPr>
            <a:lvl4pPr marL="688975" indent="-225425">
              <a:buClrTx/>
              <a:buFont typeface="Arial" pitchFamily="34" charset="0"/>
              <a:buChar char="•"/>
              <a:defRPr sz="1600">
                <a:solidFill>
                  <a:srgbClr val="666666"/>
                </a:solidFill>
              </a:defRPr>
            </a:lvl4pPr>
            <a:lvl5pPr marL="914400" indent="-225425">
              <a:buClrTx/>
              <a:buFont typeface="Arial" pitchFamily="34" charset="0"/>
              <a:buChar char="–"/>
              <a:tabLst/>
              <a:defRPr sz="1400">
                <a:solidFill>
                  <a:srgbClr val="666666"/>
                </a:solidFill>
              </a:defRPr>
            </a:lvl5pPr>
          </a:lstStyle>
          <a:p>
            <a:pPr lvl="0"/>
            <a:r>
              <a:rPr lang="en-CA"/>
              <a:t>First Level Text</a:t>
            </a:r>
          </a:p>
          <a:p>
            <a:pPr lvl="1"/>
            <a:r>
              <a:rPr lang="en-CA"/>
              <a:t>Second Level Text</a:t>
            </a:r>
          </a:p>
          <a:p>
            <a:pPr lvl="2"/>
            <a:r>
              <a:rPr lang="en-CA"/>
              <a:t>Third Level Text</a:t>
            </a:r>
          </a:p>
          <a:p>
            <a:pPr lvl="3"/>
            <a:r>
              <a:rPr lang="en-CA"/>
              <a:t>Fourth Level Text</a:t>
            </a:r>
          </a:p>
          <a:p>
            <a:pPr lvl="4"/>
            <a:r>
              <a:rPr lang="en-CA"/>
              <a:t>Fifth Level Text</a:t>
            </a:r>
          </a:p>
        </p:txBody>
      </p:sp>
      <p:sp>
        <p:nvSpPr>
          <p:cNvPr id="8" name="Content Placeholder 9"/>
          <p:cNvSpPr>
            <a:spLocks noGrp="1"/>
          </p:cNvSpPr>
          <p:nvPr>
            <p:ph sz="quarter" idx="14" hasCustomPrompt="1"/>
          </p:nvPr>
        </p:nvSpPr>
        <p:spPr>
          <a:xfrm>
            <a:off x="6214533" y="1381125"/>
            <a:ext cx="5367864" cy="4824414"/>
          </a:xfrm>
        </p:spPr>
        <p:txBody>
          <a:bodyPr>
            <a:normAutofit/>
          </a:bodyPr>
          <a:lstStyle>
            <a:lvl1pPr marL="0" indent="0">
              <a:spcBef>
                <a:spcPts val="1200"/>
              </a:spcBef>
              <a:spcAft>
                <a:spcPts val="0"/>
              </a:spcAft>
              <a:buNone/>
              <a:defRPr sz="2000" b="1">
                <a:solidFill>
                  <a:srgbClr val="FF0000"/>
                </a:solidFill>
              </a:defRPr>
            </a:lvl1pPr>
            <a:lvl2pPr marL="231775" indent="-231775">
              <a:buClrTx/>
              <a:buFont typeface="Arial" pitchFamily="34" charset="0"/>
              <a:buChar char="•"/>
              <a:defRPr sz="2000">
                <a:solidFill>
                  <a:srgbClr val="666666"/>
                </a:solidFill>
              </a:defRPr>
            </a:lvl2pPr>
            <a:lvl3pPr marL="457200" indent="-231775">
              <a:buClrTx/>
              <a:buFont typeface="Arial" pitchFamily="34" charset="0"/>
              <a:buChar char="–"/>
              <a:defRPr sz="1800">
                <a:solidFill>
                  <a:srgbClr val="666666"/>
                </a:solidFill>
              </a:defRPr>
            </a:lvl3pPr>
            <a:lvl4pPr marL="688975" indent="-225425">
              <a:buClrTx/>
              <a:buFont typeface="Arial" pitchFamily="34" charset="0"/>
              <a:buChar char="•"/>
              <a:defRPr sz="1600">
                <a:solidFill>
                  <a:srgbClr val="666666"/>
                </a:solidFill>
              </a:defRPr>
            </a:lvl4pPr>
            <a:lvl5pPr marL="914400" indent="-225425">
              <a:buClrTx/>
              <a:buFont typeface="Arial" pitchFamily="34" charset="0"/>
              <a:buChar char="–"/>
              <a:tabLst/>
              <a:defRPr sz="1400">
                <a:solidFill>
                  <a:srgbClr val="666666"/>
                </a:solidFill>
              </a:defRPr>
            </a:lvl5pPr>
          </a:lstStyle>
          <a:p>
            <a:pPr lvl="0"/>
            <a:r>
              <a:rPr lang="en-CA"/>
              <a:t>First Level Text</a:t>
            </a:r>
          </a:p>
          <a:p>
            <a:pPr lvl="1"/>
            <a:r>
              <a:rPr lang="en-CA"/>
              <a:t>Second Level Text</a:t>
            </a:r>
          </a:p>
          <a:p>
            <a:pPr lvl="2"/>
            <a:r>
              <a:rPr lang="en-CA"/>
              <a:t>Third Level Text</a:t>
            </a:r>
          </a:p>
          <a:p>
            <a:pPr lvl="3"/>
            <a:r>
              <a:rPr lang="en-CA"/>
              <a:t>Fourth Level Text</a:t>
            </a:r>
          </a:p>
          <a:p>
            <a:pPr lvl="4"/>
            <a:r>
              <a:rPr lang="en-CA"/>
              <a:t>Fifth Level Text</a:t>
            </a:r>
          </a:p>
        </p:txBody>
      </p:sp>
      <p:cxnSp>
        <p:nvCxnSpPr>
          <p:cNvPr id="11" name="Straight Connector 10"/>
          <p:cNvCxnSpPr/>
          <p:nvPr userDrawn="1"/>
        </p:nvCxnSpPr>
        <p:spPr>
          <a:xfrm>
            <a:off x="610659" y="1162050"/>
            <a:ext cx="11581341" cy="0"/>
          </a:xfrm>
          <a:prstGeom prst="line">
            <a:avLst/>
          </a:prstGeom>
          <a:ln/>
        </p:spPr>
        <p:style>
          <a:lnRef idx="1">
            <a:schemeClr val="accent3"/>
          </a:lnRef>
          <a:fillRef idx="0">
            <a:schemeClr val="accent3"/>
          </a:fillRef>
          <a:effectRef idx="0">
            <a:schemeClr val="accent3"/>
          </a:effectRef>
          <a:fontRef idx="minor">
            <a:schemeClr val="tx1"/>
          </a:fontRef>
        </p:style>
      </p:cxnSp>
      <p:sp>
        <p:nvSpPr>
          <p:cNvPr id="3" name="Title 2"/>
          <p:cNvSpPr>
            <a:spLocks noGrp="1"/>
          </p:cNvSpPr>
          <p:nvPr>
            <p:ph type="title" hasCustomPrompt="1"/>
          </p:nvPr>
        </p:nvSpPr>
        <p:spPr/>
        <p:txBody>
          <a:bodyPr/>
          <a:lstStyle>
            <a:lvl1pPr>
              <a:defRPr>
                <a:solidFill>
                  <a:srgbClr val="003344"/>
                </a:solidFill>
              </a:defRPr>
            </a:lvl1pPr>
          </a:lstStyle>
          <a:p>
            <a:r>
              <a:rPr lang="en-US"/>
              <a:t>Master Title Slide Headline</a:t>
            </a:r>
            <a:endParaRPr lang="en-CA"/>
          </a:p>
        </p:txBody>
      </p:sp>
      <p:sp>
        <p:nvSpPr>
          <p:cNvPr id="9" name="TextBox 8"/>
          <p:cNvSpPr txBox="1"/>
          <p:nvPr userDrawn="1"/>
        </p:nvSpPr>
        <p:spPr>
          <a:xfrm>
            <a:off x="10859597" y="6562940"/>
            <a:ext cx="7152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cs typeface="Arial" pitchFamily="34" charset="0"/>
              </a:rPr>
              <a:pPr algn="r"/>
              <a:t>‹#›</a:t>
            </a:fld>
            <a:endParaRPr lang="en-CA" sz="900">
              <a:solidFill>
                <a:srgbClr val="7F7F7F"/>
              </a:solidFill>
              <a:cs typeface="Arial" pitchFamily="34" charset="0"/>
            </a:endParaRPr>
          </a:p>
        </p:txBody>
      </p:sp>
    </p:spTree>
    <p:extLst>
      <p:ext uri="{BB962C8B-B14F-4D97-AF65-F5344CB8AC3E}">
        <p14:creationId xmlns:p14="http://schemas.microsoft.com/office/powerpoint/2010/main" val="13783061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1337" y="2233"/>
            <a:ext cx="12190476" cy="6857143"/>
          </a:xfrm>
          <a:prstGeom prst="rect">
            <a:avLst/>
          </a:prstGeom>
        </p:spPr>
      </p:pic>
      <p:sp>
        <p:nvSpPr>
          <p:cNvPr id="11" name="Text Placeholder 10"/>
          <p:cNvSpPr>
            <a:spLocks noGrp="1"/>
          </p:cNvSpPr>
          <p:nvPr>
            <p:ph type="body" sz="quarter" idx="10" hasCustomPrompt="1"/>
          </p:nvPr>
        </p:nvSpPr>
        <p:spPr>
          <a:xfrm>
            <a:off x="406400" y="5334000"/>
            <a:ext cx="3759200" cy="838200"/>
          </a:xfrm>
          <a:prstGeom prst="rect">
            <a:avLst/>
          </a:prstGeom>
        </p:spPr>
        <p:txBody>
          <a:bodyPr anchor="b"/>
          <a:lstStyle>
            <a:lvl1pPr marL="0" indent="0">
              <a:lnSpc>
                <a:spcPct val="80000"/>
              </a:lnSpc>
              <a:buNone/>
              <a:defRPr>
                <a:solidFill>
                  <a:schemeClr val="bg1">
                    <a:lumMod val="75000"/>
                  </a:schemeClr>
                </a:solidFill>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Presenter</a:t>
            </a:r>
          </a:p>
          <a:p>
            <a:pPr lvl="0"/>
            <a:r>
              <a:rPr lang="en-US"/>
              <a:t>Title</a:t>
            </a:r>
          </a:p>
        </p:txBody>
      </p:sp>
      <p:sp>
        <p:nvSpPr>
          <p:cNvPr id="2" name="Title 1"/>
          <p:cNvSpPr>
            <a:spLocks noGrp="1"/>
          </p:cNvSpPr>
          <p:nvPr>
            <p:ph type="ctrTitle" hasCustomPrompt="1"/>
          </p:nvPr>
        </p:nvSpPr>
        <p:spPr>
          <a:xfrm>
            <a:off x="406400" y="3581402"/>
            <a:ext cx="87376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marL="0" marR="0" indent="0" algn="l" defTabSz="857250" rtl="0" eaLnBrk="1" fontAlgn="auto" latinLnBrk="0" hangingPunct="1">
              <a:lnSpc>
                <a:spcPct val="100000"/>
              </a:lnSpc>
              <a:spcBef>
                <a:spcPts val="0"/>
              </a:spcBef>
              <a:spcAft>
                <a:spcPts val="0"/>
              </a:spcAft>
              <a:buClrTx/>
              <a:buSzTx/>
              <a:buFontTx/>
              <a:buNone/>
              <a:tabLst/>
              <a:defRPr lang="en-US" sz="3375" b="0" cap="all">
                <a:solidFill>
                  <a:schemeClr val="bg1"/>
                </a:solidFill>
                <a:latin typeface="Century Gothic" panose="020B0502020202020204" pitchFamily="34" charset="0"/>
              </a:defRPr>
            </a:lvl1pPr>
          </a:lstStyle>
          <a:p>
            <a:pPr marL="0" marR="0" lvl="0" indent="0" algn="l" defTabSz="857250" rtl="0" eaLnBrk="1" fontAlgn="auto" latinLnBrk="0" hangingPunct="1">
              <a:lnSpc>
                <a:spcPct val="100000"/>
              </a:lnSpc>
              <a:spcBef>
                <a:spcPts val="0"/>
              </a:spcBef>
              <a:spcAft>
                <a:spcPts val="0"/>
              </a:spcAft>
              <a:buClrTx/>
              <a:buSzTx/>
              <a:buFontTx/>
              <a:buNone/>
              <a:tabLst/>
              <a:defRPr/>
            </a:pPr>
            <a:r>
              <a:rPr lang="en-US"/>
              <a:t>title</a:t>
            </a:r>
            <a:br>
              <a:rPr kumimoji="0" lang="en-US" altLang="en-US" sz="2625" b="0" i="0" u="none" strike="noStrike" kern="0" cap="none" spc="0" normalizeH="0" baseline="0" noProof="0">
                <a:ln>
                  <a:noFill/>
                </a:ln>
                <a:solidFill>
                  <a:prstClr val="white"/>
                </a:solidFill>
                <a:effectLst/>
                <a:uLnTx/>
                <a:uFillTx/>
                <a:latin typeface="Century Gothic" panose="020B0502020202020204" pitchFamily="34" charset="0"/>
                <a:ea typeface="+mn-ea"/>
                <a:cs typeface="+mj-cs"/>
              </a:rPr>
            </a:br>
            <a:r>
              <a:rPr kumimoji="0" lang="en-US" altLang="en-US" sz="2625" b="0" i="0" u="none" strike="noStrike" kern="0" cap="none" spc="0" normalizeH="0" baseline="0" noProof="0">
                <a:ln>
                  <a:noFill/>
                </a:ln>
                <a:solidFill>
                  <a:prstClr val="white"/>
                </a:solidFill>
                <a:effectLst/>
                <a:uLnTx/>
                <a:uFillTx/>
                <a:latin typeface="Century Gothic" panose="020B0502020202020204" pitchFamily="34" charset="0"/>
                <a:ea typeface="+mn-ea"/>
                <a:cs typeface="+mj-cs"/>
              </a:rPr>
              <a:t>Subtitle</a:t>
            </a:r>
            <a:br>
              <a:rPr kumimoji="0" lang="en-US" altLang="en-US" sz="1875" b="0" i="0" u="none" strike="noStrike" kern="0" cap="none" spc="0" normalizeH="0" baseline="0" noProof="0">
                <a:ln>
                  <a:noFill/>
                </a:ln>
                <a:solidFill>
                  <a:prstClr val="white"/>
                </a:solidFill>
                <a:effectLst/>
                <a:uLnTx/>
                <a:uFillTx/>
                <a:latin typeface="Century Gothic" panose="020B0502020202020204" pitchFamily="34" charset="0"/>
                <a:ea typeface="+mn-ea"/>
                <a:cs typeface="+mj-cs"/>
              </a:rPr>
            </a:br>
            <a:endParaRPr lang="en-US"/>
          </a:p>
        </p:txBody>
      </p:sp>
      <p:sp>
        <p:nvSpPr>
          <p:cNvPr id="12" name="Text Placeholder 10"/>
          <p:cNvSpPr>
            <a:spLocks noGrp="1"/>
          </p:cNvSpPr>
          <p:nvPr>
            <p:ph type="body" sz="quarter" idx="11" hasCustomPrompt="1"/>
          </p:nvPr>
        </p:nvSpPr>
        <p:spPr>
          <a:xfrm>
            <a:off x="406400" y="6226176"/>
            <a:ext cx="3759200" cy="397043"/>
          </a:xfrm>
          <a:prstGeom prst="rect">
            <a:avLst/>
          </a:prstGeom>
        </p:spPr>
        <p:txBody>
          <a:bodyPr anchor="b"/>
          <a:lstStyle>
            <a:lvl1pPr marL="0" indent="0">
              <a:lnSpc>
                <a:spcPct val="80000"/>
              </a:lnSpc>
              <a:buNone/>
              <a:defRPr sz="1688">
                <a:solidFill>
                  <a:schemeClr val="bg1"/>
                </a:solidFill>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Month 00, 20XX</a:t>
            </a:r>
          </a:p>
        </p:txBody>
      </p:sp>
    </p:spTree>
    <p:extLst>
      <p:ext uri="{BB962C8B-B14F-4D97-AF65-F5344CB8AC3E}">
        <p14:creationId xmlns:p14="http://schemas.microsoft.com/office/powerpoint/2010/main" val="555171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371475" y="2"/>
            <a:ext cx="10515600" cy="70084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5A92"/>
              </a:buClr>
              <a:buSzPts val="2399"/>
              <a:buFont typeface="Arial"/>
              <a:buNone/>
              <a:defRPr sz="2399" b="1" i="0" u="none" strike="noStrike" cap="none">
                <a:solidFill>
                  <a:srgbClr val="005A9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371475" y="1077481"/>
            <a:ext cx="10515600" cy="496058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799"/>
              <a:buFont typeface="Arial"/>
              <a:buNone/>
              <a:defRPr sz="2799"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399"/>
              <a:buFont typeface="Arial"/>
              <a:buNone/>
              <a:defRPr sz="2399"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999"/>
              <a:buFont typeface="Arial"/>
              <a:buNone/>
              <a:defRPr sz="1999"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799"/>
              <a:buFont typeface="Arial"/>
              <a:buNone/>
              <a:defRPr sz="1799"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799"/>
              <a:buFont typeface="Arial"/>
              <a:buNone/>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12" name="Google Shape;12;p6"/>
          <p:cNvSpPr txBox="1">
            <a:spLocks noGrp="1"/>
          </p:cNvSpPr>
          <p:nvPr>
            <p:ph type="dt" idx="10"/>
          </p:nvPr>
        </p:nvSpPr>
        <p:spPr>
          <a:xfrm>
            <a:off x="838419" y="6356351"/>
            <a:ext cx="274232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fld id="{64A04817-55D2-4D66-A851-364A59DB863A}" type="datetimeFigureOut">
              <a:rPr lang="en-US" smtClean="0"/>
              <a:t>4/14/2026</a:t>
            </a:fld>
            <a:endParaRPr lang="en-US"/>
          </a:p>
        </p:txBody>
      </p:sp>
    </p:spTree>
    <p:extLst>
      <p:ext uri="{BB962C8B-B14F-4D97-AF65-F5344CB8AC3E}">
        <p14:creationId xmlns:p14="http://schemas.microsoft.com/office/powerpoint/2010/main" val="48577752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8284" y="762000"/>
            <a:ext cx="11582400"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82651" y="1524000"/>
            <a:ext cx="111760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Text Box 4"/>
          <p:cNvSpPr txBox="1">
            <a:spLocks noChangeArrowheads="1"/>
          </p:cNvSpPr>
          <p:nvPr/>
        </p:nvSpPr>
        <p:spPr bwMode="auto">
          <a:xfrm>
            <a:off x="11176000" y="6400800"/>
            <a:ext cx="101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itchFamily="18" charset="0"/>
                <a:ea typeface="ヒラギノ角ゴ Pro W3" pitchFamily="1" charset="-128"/>
              </a:defRPr>
            </a:lvl1pPr>
            <a:lvl2pPr marL="742950" indent="-285750">
              <a:defRPr sz="2400">
                <a:solidFill>
                  <a:schemeClr val="tx1"/>
                </a:solidFill>
                <a:latin typeface="Times" pitchFamily="18" charset="0"/>
                <a:ea typeface="ヒラギノ角ゴ Pro W3" pitchFamily="1" charset="-128"/>
              </a:defRPr>
            </a:lvl2pPr>
            <a:lvl3pPr marL="1143000" indent="-228600">
              <a:defRPr sz="2400">
                <a:solidFill>
                  <a:schemeClr val="tx1"/>
                </a:solidFill>
                <a:latin typeface="Times" pitchFamily="18" charset="0"/>
                <a:ea typeface="ヒラギノ角ゴ Pro W3" pitchFamily="1" charset="-128"/>
              </a:defRPr>
            </a:lvl3pPr>
            <a:lvl4pPr marL="1600200" indent="-228600">
              <a:defRPr sz="2400">
                <a:solidFill>
                  <a:schemeClr val="tx1"/>
                </a:solidFill>
                <a:latin typeface="Times" pitchFamily="18" charset="0"/>
                <a:ea typeface="ヒラギノ角ゴ Pro W3" pitchFamily="1" charset="-128"/>
              </a:defRPr>
            </a:lvl4pPr>
            <a:lvl5pPr marL="2057400" indent="-228600">
              <a:defRPr sz="2400">
                <a:solidFill>
                  <a:schemeClr val="tx1"/>
                </a:solidFill>
                <a:latin typeface="Times" pitchFamily="18" charset="0"/>
                <a:ea typeface="ヒラギノ角ゴ Pro W3" pitchFamily="1" charset="-128"/>
              </a:defRPr>
            </a:lvl5pPr>
            <a:lvl6pPr marL="2514600" indent="-228600" eaLnBrk="0" fontAlgn="base" hangingPunct="0">
              <a:spcBef>
                <a:spcPct val="0"/>
              </a:spcBef>
              <a:spcAft>
                <a:spcPct val="0"/>
              </a:spcAft>
              <a:defRPr sz="2400">
                <a:solidFill>
                  <a:schemeClr val="tx1"/>
                </a:solidFill>
                <a:latin typeface="Times" pitchFamily="18" charset="0"/>
                <a:ea typeface="ヒラギノ角ゴ Pro W3" pitchFamily="1" charset="-128"/>
              </a:defRPr>
            </a:lvl6pPr>
            <a:lvl7pPr marL="2971800" indent="-228600" eaLnBrk="0" fontAlgn="base" hangingPunct="0">
              <a:spcBef>
                <a:spcPct val="0"/>
              </a:spcBef>
              <a:spcAft>
                <a:spcPct val="0"/>
              </a:spcAft>
              <a:defRPr sz="2400">
                <a:solidFill>
                  <a:schemeClr val="tx1"/>
                </a:solidFill>
                <a:latin typeface="Times" pitchFamily="18" charset="0"/>
                <a:ea typeface="ヒラギノ角ゴ Pro W3" pitchFamily="1" charset="-128"/>
              </a:defRPr>
            </a:lvl7pPr>
            <a:lvl8pPr marL="3429000" indent="-228600" eaLnBrk="0" fontAlgn="base" hangingPunct="0">
              <a:spcBef>
                <a:spcPct val="0"/>
              </a:spcBef>
              <a:spcAft>
                <a:spcPct val="0"/>
              </a:spcAft>
              <a:defRPr sz="2400">
                <a:solidFill>
                  <a:schemeClr val="tx1"/>
                </a:solidFill>
                <a:latin typeface="Times" pitchFamily="18" charset="0"/>
                <a:ea typeface="ヒラギノ角ゴ Pro W3" pitchFamily="1" charset="-128"/>
              </a:defRPr>
            </a:lvl8pPr>
            <a:lvl9pPr marL="3886200" indent="-228600" eaLnBrk="0" fontAlgn="base" hangingPunct="0">
              <a:spcBef>
                <a:spcPct val="0"/>
              </a:spcBef>
              <a:spcAft>
                <a:spcPct val="0"/>
              </a:spcAft>
              <a:defRPr sz="2400">
                <a:solidFill>
                  <a:schemeClr val="tx1"/>
                </a:solidFill>
                <a:latin typeface="Times" pitchFamily="18" charset="0"/>
                <a:ea typeface="ヒラギノ角ゴ Pro W3" pitchFamily="1" charset="-128"/>
              </a:defRPr>
            </a:lvl9pPr>
          </a:lstStyle>
          <a:p>
            <a:pPr>
              <a:spcBef>
                <a:spcPct val="50000"/>
              </a:spcBef>
              <a:defRPr/>
            </a:pPr>
            <a:endParaRPr lang="en-US" sz="2400">
              <a:solidFill>
                <a:srgbClr val="000000"/>
              </a:solidFill>
            </a:endParaRPr>
          </a:p>
        </p:txBody>
      </p:sp>
      <p:sp>
        <p:nvSpPr>
          <p:cNvPr id="89093" name="Rectangle 5"/>
          <p:cNvSpPr>
            <a:spLocks noGrp="1" noChangeArrowheads="1"/>
          </p:cNvSpPr>
          <p:nvPr>
            <p:ph type="sldNum" sz="quarter" idx="4"/>
          </p:nvPr>
        </p:nvSpPr>
        <p:spPr bwMode="auto">
          <a:xfrm>
            <a:off x="9347200" y="6534150"/>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mn-lt"/>
                <a:ea typeface="+mn-ea"/>
              </a:defRPr>
            </a:lvl1pPr>
          </a:lstStyle>
          <a:p>
            <a:fld id="{A14A92DE-2C78-4BA8-9E9D-479B7EC006BD}"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2984600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Lst>
  <p:hf hdr="0" ftr="0" dt="0"/>
  <p:txStyles>
    <p:titleStyle>
      <a:lvl1pPr algn="l" rtl="0" eaLnBrk="1" fontAlgn="base" hangingPunct="1">
        <a:spcBef>
          <a:spcPct val="0"/>
        </a:spcBef>
        <a:spcAft>
          <a:spcPct val="0"/>
        </a:spcAft>
        <a:defRPr sz="2800">
          <a:solidFill>
            <a:srgbClr val="333399"/>
          </a:solidFill>
          <a:latin typeface="+mj-lt"/>
          <a:ea typeface="+mj-ea"/>
          <a:cs typeface="+mj-cs"/>
        </a:defRPr>
      </a:lvl1pPr>
      <a:lvl2pPr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2pPr>
      <a:lvl3pPr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3pPr>
      <a:lvl4pPr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4pPr>
      <a:lvl5pPr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5pPr>
      <a:lvl6pPr marL="457200"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6pPr>
      <a:lvl7pPr marL="914400"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7pPr>
      <a:lvl8pPr marL="1371600"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8pPr>
      <a:lvl9pPr marL="1828800" algn="l" rtl="0" eaLnBrk="1" fontAlgn="base" hangingPunct="1">
        <a:spcBef>
          <a:spcPct val="0"/>
        </a:spcBef>
        <a:spcAft>
          <a:spcPct val="0"/>
        </a:spcAft>
        <a:defRPr sz="2800">
          <a:solidFill>
            <a:srgbClr val="333399"/>
          </a:solidFill>
          <a:latin typeface="Arial Black" pitchFamily="34" charset="0"/>
          <a:ea typeface="ヒラギノ角ゴ Pro W3" pitchFamily="1" charset="-128"/>
        </a:defRPr>
      </a:lvl9pPr>
    </p:titleStyle>
    <p:bodyStyle>
      <a:lvl1pPr marL="342900" indent="-342900" algn="l" rtl="0" eaLnBrk="1" fontAlgn="base" hangingPunct="1">
        <a:spcBef>
          <a:spcPct val="20000"/>
        </a:spcBef>
        <a:spcAft>
          <a:spcPct val="0"/>
        </a:spcAft>
        <a:buFont typeface="Wingdings" pitchFamily="2" charset="2"/>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200">
          <a:solidFill>
            <a:schemeClr val="tx1"/>
          </a:solidFill>
          <a:latin typeface="+mn-lt"/>
          <a:ea typeface="+mn-ea"/>
        </a:defRPr>
      </a:lvl2pPr>
      <a:lvl3pPr marL="1143000" indent="-228600" algn="l" rtl="0" eaLnBrk="1" fontAlgn="base" hangingPunct="1">
        <a:spcBef>
          <a:spcPct val="20000"/>
        </a:spcBef>
        <a:spcAft>
          <a:spcPct val="0"/>
        </a:spcAft>
        <a:buSzPct val="90000"/>
        <a:buFont typeface="Wingdings" pitchFamily="2" charset="2"/>
        <a:buChar char="§"/>
        <a:defRPr sz="2000">
          <a:solidFill>
            <a:schemeClr val="tx1"/>
          </a:solidFill>
          <a:latin typeface="+mn-lt"/>
          <a:ea typeface="+mn-ea"/>
        </a:defRPr>
      </a:lvl3pPr>
      <a:lvl4pPr marL="1600200" indent="-228600" algn="l" rtl="0" eaLnBrk="1" fontAlgn="base" hangingPunct="1">
        <a:spcBef>
          <a:spcPct val="20000"/>
        </a:spcBef>
        <a:spcAft>
          <a:spcPct val="0"/>
        </a:spcAft>
        <a:buChar char="•"/>
        <a:defRPr>
          <a:solidFill>
            <a:schemeClr val="tx1"/>
          </a:solidFill>
          <a:latin typeface="+mn-lt"/>
          <a:ea typeface="+mn-ea"/>
        </a:defRPr>
      </a:lvl4pPr>
      <a:lvl5pPr marL="2057400" indent="-228600" algn="l" rtl="0" eaLnBrk="1" fontAlgn="base" hangingPunct="1">
        <a:spcBef>
          <a:spcPct val="20000"/>
        </a:spcBef>
        <a:spcAft>
          <a:spcPct val="0"/>
        </a:spcAft>
        <a:buFont typeface="Wingdings" pitchFamily="2" charset="2"/>
        <a:buChar char="§"/>
        <a:defRPr sz="1600">
          <a:solidFill>
            <a:schemeClr val="tx1"/>
          </a:solidFill>
          <a:latin typeface="+mn-lt"/>
          <a:ea typeface="+mn-ea"/>
        </a:defRPr>
      </a:lvl5pPr>
      <a:lvl6pPr marL="2514600" indent="-228600" algn="l" rtl="0" eaLnBrk="1" fontAlgn="base" hangingPunct="1">
        <a:spcBef>
          <a:spcPct val="20000"/>
        </a:spcBef>
        <a:spcAft>
          <a:spcPct val="0"/>
        </a:spcAft>
        <a:buFont typeface="Wingdings" pitchFamily="2" charset="2"/>
        <a:buChar char="§"/>
        <a:defRPr sz="1600">
          <a:solidFill>
            <a:schemeClr val="tx1"/>
          </a:solidFill>
          <a:latin typeface="+mn-lt"/>
          <a:ea typeface="+mn-ea"/>
        </a:defRPr>
      </a:lvl6pPr>
      <a:lvl7pPr marL="2971800" indent="-228600" algn="l" rtl="0" eaLnBrk="1" fontAlgn="base" hangingPunct="1">
        <a:spcBef>
          <a:spcPct val="20000"/>
        </a:spcBef>
        <a:spcAft>
          <a:spcPct val="0"/>
        </a:spcAft>
        <a:buFont typeface="Wingdings" pitchFamily="2" charset="2"/>
        <a:buChar char="§"/>
        <a:defRPr sz="1600">
          <a:solidFill>
            <a:schemeClr val="tx1"/>
          </a:solidFill>
          <a:latin typeface="+mn-lt"/>
          <a:ea typeface="+mn-ea"/>
        </a:defRPr>
      </a:lvl7pPr>
      <a:lvl8pPr marL="3429000" indent="-228600" algn="l" rtl="0" eaLnBrk="1" fontAlgn="base" hangingPunct="1">
        <a:spcBef>
          <a:spcPct val="20000"/>
        </a:spcBef>
        <a:spcAft>
          <a:spcPct val="0"/>
        </a:spcAft>
        <a:buFont typeface="Wingdings" pitchFamily="2" charset="2"/>
        <a:buChar char="§"/>
        <a:defRPr sz="1600">
          <a:solidFill>
            <a:schemeClr val="tx1"/>
          </a:solidFill>
          <a:latin typeface="+mn-lt"/>
          <a:ea typeface="+mn-ea"/>
        </a:defRPr>
      </a:lvl8pPr>
      <a:lvl9pPr marL="3886200" indent="-228600" algn="l" rtl="0" eaLnBrk="1" fontAlgn="base" hangingPunct="1">
        <a:spcBef>
          <a:spcPct val="20000"/>
        </a:spcBef>
        <a:spcAft>
          <a:spcPct val="0"/>
        </a:spcAft>
        <a:buFont typeface="Wingdings" pitchFamily="2" charset="2"/>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sps.servicenowservices.com/now/nav/ui/classic/params/target/tsp2_demand.do%3Fsys_id%3Daa3132b487a7ea50f8bdc9d9cebb354f%26sysparm_stack%3D%26sysparm_view%3DDefault%2Bview%26sysparm_view_forced%3Dtru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microsoft.com/office/2018/10/relationships/comments" Target="../comments/modernComment_7FFFF948_E040351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0.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18.png"/><Relationship Id="rId5" Type="http://schemas.openxmlformats.org/officeDocument/2006/relationships/image" Target="../media/image15.png"/><Relationship Id="rId10" Type="http://schemas.openxmlformats.org/officeDocument/2006/relationships/customXml" Target="../ink/ink4.xml"/><Relationship Id="rId4" Type="http://schemas.openxmlformats.org/officeDocument/2006/relationships/image" Target="../media/image14.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customXml" Target="../ink/ink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7_5F90466E.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customXml" Target="../ink/ink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A_FB8FC48.xm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F_D9CD160.xml"/><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0E_CE0856C2.xml"/><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36.emf"/><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hyperlink" Target="mailto:ServiceNowSupportManagers@usps.gov" TargetMode="External"/><Relationship Id="rId2" Type="http://schemas.openxmlformats.org/officeDocument/2006/relationships/hyperlink" Target="https://uspstest.servicenowservices.com/"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customXml" Target="../ink/ink11.xml"/><Relationship Id="rId3" Type="http://schemas.openxmlformats.org/officeDocument/2006/relationships/image" Target="../media/image45.png"/><Relationship Id="rId7" Type="http://schemas.openxmlformats.org/officeDocument/2006/relationships/customXml" Target="../ink/ink8.xml"/><Relationship Id="rId12"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9.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customXml" Target="../ink/ink9.xml"/><Relationship Id="rId1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customXml" Target="../ink/ink13.xml"/><Relationship Id="rId5" Type="http://schemas.openxmlformats.org/officeDocument/2006/relationships/image" Target="../media/image55.png"/><Relationship Id="rId4" Type="http://schemas.openxmlformats.org/officeDocument/2006/relationships/customXml" Target="../ink/ink12.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customXml" Target="../ink/ink15.xml"/><Relationship Id="rId5" Type="http://schemas.openxmlformats.org/officeDocument/2006/relationships/image" Target="../media/image58.png"/><Relationship Id="rId4" Type="http://schemas.openxmlformats.org/officeDocument/2006/relationships/customXml" Target="../ink/ink14.xml"/></Relationships>
</file>

<file path=ppt/slides/_rels/slide2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4.png"/><Relationship Id="rId7" Type="http://schemas.openxmlformats.org/officeDocument/2006/relationships/customXml" Target="../ink/ink16.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57.png"/><Relationship Id="rId5" Type="http://schemas.openxmlformats.org/officeDocument/2006/relationships/image" Target="../media/image36.emf"/><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8" Type="http://schemas.openxmlformats.org/officeDocument/2006/relationships/customXml" Target="../ink/ink18.xml"/><Relationship Id="rId3" Type="http://schemas.openxmlformats.org/officeDocument/2006/relationships/image" Target="../media/image60.png"/><Relationship Id="rId7" Type="http://schemas.openxmlformats.org/officeDocument/2006/relationships/image" Target="../media/image650.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customXml" Target="../ink/ink17.xml"/><Relationship Id="rId5" Type="http://schemas.openxmlformats.org/officeDocument/2006/relationships/image" Target="../media/image63.png"/><Relationship Id="rId4" Type="http://schemas.openxmlformats.org/officeDocument/2006/relationships/image" Target="../media/image61.png"/><Relationship Id="rId9" Type="http://schemas.openxmlformats.org/officeDocument/2006/relationships/image" Target="../media/image66.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customXml" Target="../ink/ink19.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72.png"/><Relationship Id="rId5" Type="http://schemas.openxmlformats.org/officeDocument/2006/relationships/customXml" Target="../ink/ink20.xml"/><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7FFFF947_E4039812.xml"/><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3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cid:image002.png@01DCC04A.7D6869E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48E5A21-F04D-EA2D-D4DC-7448F3D75B4A}"/>
              </a:ext>
            </a:extLst>
          </p:cNvPr>
          <p:cNvSpPr>
            <a:spLocks noGrp="1"/>
          </p:cNvSpPr>
          <p:nvPr>
            <p:ph type="body" idx="1"/>
          </p:nvPr>
        </p:nvSpPr>
        <p:spPr>
          <a:xfrm>
            <a:off x="1899106" y="1025526"/>
            <a:ext cx="6147614" cy="3482974"/>
          </a:xfrm>
        </p:spPr>
        <p:txBody>
          <a:bodyPr>
            <a:normAutofit/>
          </a:bodyPr>
          <a:lstStyle/>
          <a:p>
            <a:r>
              <a:rPr lang="en-US"/>
              <a:t>ServiceNow</a:t>
            </a:r>
          </a:p>
          <a:p>
            <a:endParaRPr lang="en-US"/>
          </a:p>
          <a:p>
            <a:r>
              <a:rPr lang="en-US" sz="2800"/>
              <a:t>Knowledge Management Updates - Owner Group</a:t>
            </a:r>
          </a:p>
          <a:p>
            <a:endParaRPr lang="en-US" sz="2800"/>
          </a:p>
          <a:p>
            <a:r>
              <a:rPr lang="en-US" sz="1900">
                <a:hlinkClick r:id="rId3"/>
              </a:rPr>
              <a:t>BNS0244536</a:t>
            </a:r>
            <a:endParaRPr lang="en-US" sz="1900"/>
          </a:p>
          <a:p>
            <a:endParaRPr lang="en-US" sz="2800"/>
          </a:p>
        </p:txBody>
      </p:sp>
      <p:sp>
        <p:nvSpPr>
          <p:cNvPr id="8" name="Text Placeholder 7">
            <a:extLst>
              <a:ext uri="{FF2B5EF4-FFF2-40B4-BE49-F238E27FC236}">
                <a16:creationId xmlns:a16="http://schemas.microsoft.com/office/drawing/2014/main" id="{45C85D23-0732-E108-B5D7-074F09E51EE1}"/>
              </a:ext>
            </a:extLst>
          </p:cNvPr>
          <p:cNvSpPr>
            <a:spLocks noGrp="1"/>
          </p:cNvSpPr>
          <p:nvPr>
            <p:ph type="body" idx="3"/>
          </p:nvPr>
        </p:nvSpPr>
        <p:spPr/>
        <p:txBody>
          <a:bodyPr/>
          <a:lstStyle/>
          <a:p>
            <a:r>
              <a:rPr lang="en-US"/>
              <a:t>April 2026</a:t>
            </a:r>
          </a:p>
        </p:txBody>
      </p:sp>
    </p:spTree>
    <p:extLst>
      <p:ext uri="{BB962C8B-B14F-4D97-AF65-F5344CB8AC3E}">
        <p14:creationId xmlns:p14="http://schemas.microsoft.com/office/powerpoint/2010/main" val="38914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61B2C-5317-047B-AD00-64ECB5F4AA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3843BD-01A4-740F-AF8F-F4F4328A1FA3}"/>
              </a:ext>
            </a:extLst>
          </p:cNvPr>
          <p:cNvSpPr>
            <a:spLocks noGrp="1"/>
          </p:cNvSpPr>
          <p:nvPr>
            <p:ph idx="1"/>
          </p:nvPr>
        </p:nvSpPr>
        <p:spPr>
          <a:xfrm>
            <a:off x="1088882" y="855518"/>
            <a:ext cx="4083566" cy="2573482"/>
          </a:xfrm>
        </p:spPr>
        <p:txBody>
          <a:bodyPr>
            <a:normAutofit fontScale="77500" lnSpcReduction="20000"/>
          </a:bodyPr>
          <a:lstStyle/>
          <a:p>
            <a:r>
              <a:rPr lang="en-US" sz="2600">
                <a:latin typeface="+mn-lt"/>
              </a:rPr>
              <a:t>Removal of custom fields:</a:t>
            </a:r>
          </a:p>
          <a:p>
            <a:pPr marL="799963" lvl="1" indent="-342900">
              <a:buFont typeface="Arial" panose="020B0604020202020204" pitchFamily="34" charset="0"/>
              <a:buChar char="•"/>
            </a:pPr>
            <a:r>
              <a:rPr lang="en-US" sz="2600" b="1">
                <a:latin typeface="+mn-lt"/>
              </a:rPr>
              <a:t>Owner Group</a:t>
            </a:r>
          </a:p>
          <a:p>
            <a:pPr marL="799963" lvl="1" indent="-342900">
              <a:buFont typeface="Arial" panose="020B0604020202020204" pitchFamily="34" charset="0"/>
              <a:buChar char="•"/>
            </a:pPr>
            <a:r>
              <a:rPr lang="en-US" sz="2600" b="1">
                <a:latin typeface="+mn-lt"/>
              </a:rPr>
              <a:t>Reviewer</a:t>
            </a:r>
          </a:p>
          <a:p>
            <a:pPr marL="799963" lvl="1" indent="-342900">
              <a:buFont typeface="Arial" panose="020B0604020202020204" pitchFamily="34" charset="0"/>
              <a:buChar char="•"/>
            </a:pPr>
            <a:r>
              <a:rPr lang="en-US" sz="2600" b="1">
                <a:latin typeface="+mn-lt"/>
              </a:rPr>
              <a:t>Publishing Group</a:t>
            </a:r>
          </a:p>
          <a:p>
            <a:pPr marL="799963" lvl="1" indent="-342900">
              <a:buFont typeface="Arial" panose="020B0604020202020204" pitchFamily="34" charset="0"/>
              <a:buChar char="•"/>
            </a:pPr>
            <a:r>
              <a:rPr lang="en-US" sz="2600" b="1">
                <a:latin typeface="+mn-lt"/>
              </a:rPr>
              <a:t>Publisher</a:t>
            </a:r>
          </a:p>
          <a:p>
            <a:pPr marL="799963" lvl="1" indent="-342900">
              <a:buFont typeface="Arial" panose="020B0604020202020204" pitchFamily="34" charset="0"/>
              <a:buChar char="•"/>
            </a:pPr>
            <a:endParaRPr lang="en-US" b="1"/>
          </a:p>
          <a:p>
            <a:pPr marL="799963" lvl="1" indent="-342900">
              <a:buFont typeface="Arial" panose="020B0604020202020204" pitchFamily="34" charset="0"/>
              <a:buChar char="•"/>
            </a:pPr>
            <a:endParaRPr lang="en-US" b="1"/>
          </a:p>
          <a:p>
            <a:br>
              <a:rPr lang="en-US"/>
            </a:br>
            <a:endParaRPr lang="en-US"/>
          </a:p>
        </p:txBody>
      </p:sp>
      <p:sp>
        <p:nvSpPr>
          <p:cNvPr id="2" name="Title 1">
            <a:extLst>
              <a:ext uri="{FF2B5EF4-FFF2-40B4-BE49-F238E27FC236}">
                <a16:creationId xmlns:a16="http://schemas.microsoft.com/office/drawing/2014/main" id="{F4BB8508-83F3-3CD7-60F5-25ECF72EB062}"/>
              </a:ext>
            </a:extLst>
          </p:cNvPr>
          <p:cNvSpPr>
            <a:spLocks noGrp="1"/>
          </p:cNvSpPr>
          <p:nvPr>
            <p:ph type="title"/>
          </p:nvPr>
        </p:nvSpPr>
        <p:spPr/>
        <p:txBody>
          <a:bodyPr>
            <a:normAutofit/>
          </a:bodyPr>
          <a:lstStyle/>
          <a:p>
            <a:r>
              <a:rPr lang="en-US" sz="4000"/>
              <a:t>What is changing?</a:t>
            </a:r>
          </a:p>
        </p:txBody>
      </p:sp>
      <p:pic>
        <p:nvPicPr>
          <p:cNvPr id="7" name="Picture 6">
            <a:extLst>
              <a:ext uri="{FF2B5EF4-FFF2-40B4-BE49-F238E27FC236}">
                <a16:creationId xmlns:a16="http://schemas.microsoft.com/office/drawing/2014/main" id="{B07A464C-697F-994C-9B18-F0DA72511ED5}"/>
              </a:ext>
            </a:extLst>
          </p:cNvPr>
          <p:cNvPicPr>
            <a:picLocks noChangeAspect="1"/>
          </p:cNvPicPr>
          <p:nvPr/>
        </p:nvPicPr>
        <p:blipFill>
          <a:blip r:embed="rId3"/>
          <a:stretch>
            <a:fillRect/>
          </a:stretch>
        </p:blipFill>
        <p:spPr>
          <a:xfrm>
            <a:off x="1236270" y="2977674"/>
            <a:ext cx="2914787" cy="2522560"/>
          </a:xfrm>
          <a:prstGeom prst="rect">
            <a:avLst/>
          </a:prstGeom>
          <a:ln>
            <a:solidFill>
              <a:schemeClr val="accent1"/>
            </a:solidFill>
          </a:ln>
        </p:spPr>
      </p:pic>
      <p:pic>
        <p:nvPicPr>
          <p:cNvPr id="9" name="Picture 8">
            <a:extLst>
              <a:ext uri="{FF2B5EF4-FFF2-40B4-BE49-F238E27FC236}">
                <a16:creationId xmlns:a16="http://schemas.microsoft.com/office/drawing/2014/main" id="{69F036F9-F060-9731-2D93-21C32C5830EC}"/>
              </a:ext>
            </a:extLst>
          </p:cNvPr>
          <p:cNvPicPr>
            <a:picLocks noChangeAspect="1"/>
          </p:cNvPicPr>
          <p:nvPr/>
        </p:nvPicPr>
        <p:blipFill>
          <a:blip r:embed="rId4"/>
          <a:stretch>
            <a:fillRect/>
          </a:stretch>
        </p:blipFill>
        <p:spPr>
          <a:xfrm>
            <a:off x="6493252" y="2946062"/>
            <a:ext cx="3511985" cy="2554172"/>
          </a:xfrm>
          <a:prstGeom prst="rect">
            <a:avLst/>
          </a:prstGeom>
          <a:ln>
            <a:solidFill>
              <a:schemeClr val="accent1"/>
            </a:solidFill>
          </a:ln>
        </p:spPr>
      </p:pic>
      <p:sp>
        <p:nvSpPr>
          <p:cNvPr id="10" name="TextBox 9">
            <a:extLst>
              <a:ext uri="{FF2B5EF4-FFF2-40B4-BE49-F238E27FC236}">
                <a16:creationId xmlns:a16="http://schemas.microsoft.com/office/drawing/2014/main" id="{DD41F57E-C5FC-C6FF-5307-22EFEFB4CA51}"/>
              </a:ext>
            </a:extLst>
          </p:cNvPr>
          <p:cNvSpPr txBox="1"/>
          <p:nvPr/>
        </p:nvSpPr>
        <p:spPr>
          <a:xfrm>
            <a:off x="1088882" y="2617992"/>
            <a:ext cx="1620957" cy="369332"/>
          </a:xfrm>
          <a:prstGeom prst="rect">
            <a:avLst/>
          </a:prstGeom>
          <a:noFill/>
        </p:spPr>
        <p:txBody>
          <a:bodyPr wrap="none" rtlCol="0">
            <a:spAutoFit/>
          </a:bodyPr>
          <a:lstStyle/>
          <a:p>
            <a:r>
              <a:rPr lang="en-US"/>
              <a:t>Current State:</a:t>
            </a:r>
          </a:p>
        </p:txBody>
      </p:sp>
      <p:sp>
        <p:nvSpPr>
          <p:cNvPr id="11" name="TextBox 10">
            <a:extLst>
              <a:ext uri="{FF2B5EF4-FFF2-40B4-BE49-F238E27FC236}">
                <a16:creationId xmlns:a16="http://schemas.microsoft.com/office/drawing/2014/main" id="{5C65B700-725F-4D9C-691D-A21356D8EB0A}"/>
              </a:ext>
            </a:extLst>
          </p:cNvPr>
          <p:cNvSpPr txBox="1"/>
          <p:nvPr/>
        </p:nvSpPr>
        <p:spPr>
          <a:xfrm>
            <a:off x="6345866" y="2576730"/>
            <a:ext cx="1518364" cy="369332"/>
          </a:xfrm>
          <a:prstGeom prst="rect">
            <a:avLst/>
          </a:prstGeom>
          <a:noFill/>
        </p:spPr>
        <p:txBody>
          <a:bodyPr wrap="none" rtlCol="0">
            <a:spAutoFit/>
          </a:bodyPr>
          <a:lstStyle/>
          <a:p>
            <a:r>
              <a:rPr lang="en-US"/>
              <a:t>Future State:</a:t>
            </a:r>
          </a:p>
        </p:txBody>
      </p:sp>
      <p:sp>
        <p:nvSpPr>
          <p:cNvPr id="13" name="TextBox 12">
            <a:extLst>
              <a:ext uri="{FF2B5EF4-FFF2-40B4-BE49-F238E27FC236}">
                <a16:creationId xmlns:a16="http://schemas.microsoft.com/office/drawing/2014/main" id="{5EB54836-16C2-FFDD-5B5E-6D04A4FED98F}"/>
              </a:ext>
            </a:extLst>
          </p:cNvPr>
          <p:cNvSpPr txBox="1"/>
          <p:nvPr/>
        </p:nvSpPr>
        <p:spPr>
          <a:xfrm>
            <a:off x="6345866" y="856926"/>
            <a:ext cx="3728161" cy="646331"/>
          </a:xfrm>
          <a:prstGeom prst="rect">
            <a:avLst/>
          </a:prstGeom>
          <a:noFill/>
        </p:spPr>
        <p:txBody>
          <a:bodyPr wrap="square">
            <a:spAutoFit/>
          </a:bodyPr>
          <a:lstStyle/>
          <a:p>
            <a:r>
              <a:rPr lang="en-US"/>
              <a:t>Reinstate OOB field:</a:t>
            </a:r>
          </a:p>
          <a:p>
            <a:pPr marL="285750" indent="-285750">
              <a:buFont typeface="Arial" panose="020B0604020202020204" pitchFamily="34" charset="0"/>
              <a:buChar char="•"/>
            </a:pPr>
            <a:r>
              <a:rPr lang="en-US" b="1"/>
              <a:t>Ownership Group</a:t>
            </a:r>
            <a:endParaRPr lang="en-US"/>
          </a:p>
        </p:txBody>
      </p:sp>
      <p:sp>
        <p:nvSpPr>
          <p:cNvPr id="4" name="Rectangle 3">
            <a:extLst>
              <a:ext uri="{FF2B5EF4-FFF2-40B4-BE49-F238E27FC236}">
                <a16:creationId xmlns:a16="http://schemas.microsoft.com/office/drawing/2014/main" id="{9B7C2529-6B05-EE83-5C53-D42ADA6054F7}"/>
              </a:ext>
            </a:extLst>
          </p:cNvPr>
          <p:cNvSpPr/>
          <p:nvPr/>
        </p:nvSpPr>
        <p:spPr>
          <a:xfrm>
            <a:off x="833699" y="855518"/>
            <a:ext cx="4180428" cy="4872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D58F43D-0D9F-0EDD-8440-B432B3310E30}"/>
              </a:ext>
            </a:extLst>
          </p:cNvPr>
          <p:cNvSpPr/>
          <p:nvPr/>
        </p:nvSpPr>
        <p:spPr>
          <a:xfrm>
            <a:off x="6159030" y="855518"/>
            <a:ext cx="4180428" cy="4872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972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build="allAtOnce"/>
      <p:bldP spid="11" grpId="0"/>
      <p:bldP spid="13" grpId="0"/>
      <p:bldP spid="4"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2E14E3-F8A5-4A9F-F476-A92541A3D063}"/>
              </a:ext>
            </a:extLst>
          </p:cNvPr>
          <p:cNvSpPr>
            <a:spLocks noGrp="1"/>
          </p:cNvSpPr>
          <p:nvPr>
            <p:ph idx="1"/>
          </p:nvPr>
        </p:nvSpPr>
        <p:spPr>
          <a:xfrm>
            <a:off x="458376" y="928091"/>
            <a:ext cx="5170899" cy="3774537"/>
          </a:xfrm>
        </p:spPr>
        <p:txBody>
          <a:bodyPr>
            <a:normAutofit fontScale="92500" lnSpcReduction="20000"/>
          </a:bodyPr>
          <a:lstStyle/>
          <a:p>
            <a:r>
              <a:rPr lang="en-US" sz="2200" b="1" dirty="0"/>
              <a:t>Members of the Ownership Group:</a:t>
            </a:r>
          </a:p>
          <a:p>
            <a:pPr marL="799465" lvl="1" indent="-342900">
              <a:buFont typeface="Arial" panose="020B0604020202020204" pitchFamily="34" charset="0"/>
              <a:buChar char="•"/>
            </a:pPr>
            <a:r>
              <a:rPr lang="en-US" sz="2200" dirty="0">
                <a:latin typeface="Arial"/>
                <a:cs typeface="Arial"/>
              </a:rPr>
              <a:t>Can view the entire article </a:t>
            </a:r>
          </a:p>
          <a:p>
            <a:pPr marL="913765" lvl="2"/>
            <a:r>
              <a:rPr lang="en-US" sz="2200" dirty="0">
                <a:latin typeface="Arial"/>
                <a:cs typeface="Arial"/>
              </a:rPr>
              <a:t>     (including restricted sections)</a:t>
            </a:r>
            <a:endParaRPr lang="en-US" dirty="0"/>
          </a:p>
          <a:p>
            <a:pPr marL="799465" lvl="1" indent="-342900">
              <a:buFont typeface="Arial" panose="020B0604020202020204" pitchFamily="34" charset="0"/>
              <a:buChar char="•"/>
            </a:pPr>
            <a:r>
              <a:rPr lang="en-US" sz="2200" dirty="0"/>
              <a:t>Can submit an article for retirement</a:t>
            </a:r>
          </a:p>
          <a:p>
            <a:pPr marL="799465" lvl="1" indent="-342900">
              <a:buFont typeface="Arial" panose="020B0604020202020204" pitchFamily="34" charset="0"/>
              <a:buChar char="•"/>
            </a:pPr>
            <a:r>
              <a:rPr lang="en-US" sz="2200" dirty="0"/>
              <a:t>Can edit the entire article</a:t>
            </a:r>
          </a:p>
          <a:p>
            <a:pPr marL="799465" lvl="1" indent="-342900">
              <a:buFont typeface="Arial" panose="020B0604020202020204" pitchFamily="34" charset="0"/>
              <a:buChar char="•"/>
            </a:pPr>
            <a:r>
              <a:rPr lang="en-US" sz="2200" dirty="0"/>
              <a:t>Approve publishing and retiring of an article</a:t>
            </a:r>
          </a:p>
          <a:p>
            <a:pPr marL="799465" lvl="1" indent="-342900">
              <a:buFont typeface="Arial" panose="020B0604020202020204" pitchFamily="34" charset="0"/>
              <a:buChar char="•"/>
            </a:pPr>
            <a:r>
              <a:rPr lang="en-US" sz="2200" dirty="0"/>
              <a:t>Are notified:</a:t>
            </a:r>
          </a:p>
          <a:p>
            <a:pPr marL="1256665" lvl="2" indent="-342900">
              <a:buFont typeface="Arial" panose="020B0604020202020204" pitchFamily="34" charset="0"/>
              <a:buChar char="•"/>
            </a:pPr>
            <a:r>
              <a:rPr lang="en-US" sz="2200" dirty="0"/>
              <a:t>When the article is submitted for approval</a:t>
            </a:r>
          </a:p>
          <a:p>
            <a:pPr marL="1256665" lvl="2" indent="-342900">
              <a:buFont typeface="Arial" panose="020B0604020202020204" pitchFamily="34" charset="0"/>
              <a:buChar char="•"/>
            </a:pPr>
            <a:r>
              <a:rPr lang="en-US" sz="2200" dirty="0"/>
              <a:t>When the article is published</a:t>
            </a:r>
          </a:p>
          <a:p>
            <a:pPr marL="1256665" lvl="2" indent="-342900">
              <a:buFont typeface="Arial" panose="020B0604020202020204" pitchFamily="34" charset="0"/>
              <a:buChar char="•"/>
            </a:pPr>
            <a:r>
              <a:rPr lang="en-US" sz="2200" dirty="0"/>
              <a:t>When feedback is given</a:t>
            </a:r>
          </a:p>
          <a:p>
            <a:pPr marL="1256665" lvl="2" indent="-342900">
              <a:buFont typeface="Arial" panose="020B0604020202020204" pitchFamily="34" charset="0"/>
              <a:buChar char="•"/>
            </a:pPr>
            <a:r>
              <a:rPr lang="en-US" sz="2200" dirty="0"/>
              <a:t>For expiring / expired articles</a:t>
            </a:r>
          </a:p>
          <a:p>
            <a:pPr marL="799963" lvl="1" indent="-342900">
              <a:buFont typeface="Arial" panose="020B0604020202020204" pitchFamily="34" charset="0"/>
              <a:buChar char="•"/>
            </a:pPr>
            <a:endParaRPr lang="en-US" dirty="0"/>
          </a:p>
          <a:p>
            <a:pPr lvl="2"/>
            <a:endParaRPr lang="en-US" dirty="0"/>
          </a:p>
          <a:p>
            <a:pPr marL="799963" lvl="1" indent="-342900">
              <a:buFont typeface="Arial" panose="020B0604020202020204" pitchFamily="34" charset="0"/>
              <a:buChar char="•"/>
            </a:pPr>
            <a:endParaRPr lang="en-US" dirty="0"/>
          </a:p>
          <a:p>
            <a:endParaRPr lang="en-US" dirty="0"/>
          </a:p>
        </p:txBody>
      </p:sp>
      <p:sp>
        <p:nvSpPr>
          <p:cNvPr id="3" name="Title 2">
            <a:extLst>
              <a:ext uri="{FF2B5EF4-FFF2-40B4-BE49-F238E27FC236}">
                <a16:creationId xmlns:a16="http://schemas.microsoft.com/office/drawing/2014/main" id="{F8AD54E6-AE92-6038-11DB-E779B30034E7}"/>
              </a:ext>
            </a:extLst>
          </p:cNvPr>
          <p:cNvSpPr>
            <a:spLocks noGrp="1"/>
          </p:cNvSpPr>
          <p:nvPr>
            <p:ph type="title"/>
          </p:nvPr>
        </p:nvSpPr>
        <p:spPr/>
        <p:txBody>
          <a:bodyPr>
            <a:normAutofit/>
          </a:bodyPr>
          <a:lstStyle/>
          <a:p>
            <a:r>
              <a:rPr lang="en-US" sz="4000"/>
              <a:t>Ownership Group and Author Capabilities</a:t>
            </a:r>
          </a:p>
        </p:txBody>
      </p:sp>
      <p:sp>
        <p:nvSpPr>
          <p:cNvPr id="5" name="TextBox 4">
            <a:extLst>
              <a:ext uri="{FF2B5EF4-FFF2-40B4-BE49-F238E27FC236}">
                <a16:creationId xmlns:a16="http://schemas.microsoft.com/office/drawing/2014/main" id="{952E4162-4931-5AF3-C70C-235A5E2AE31B}"/>
              </a:ext>
            </a:extLst>
          </p:cNvPr>
          <p:cNvSpPr txBox="1"/>
          <p:nvPr/>
        </p:nvSpPr>
        <p:spPr>
          <a:xfrm>
            <a:off x="6407888" y="1023784"/>
            <a:ext cx="5170899" cy="3477875"/>
          </a:xfrm>
          <a:prstGeom prst="rect">
            <a:avLst/>
          </a:prstGeom>
          <a:noFill/>
        </p:spPr>
        <p:txBody>
          <a:bodyPr wrap="square" lIns="91440" tIns="45720" rIns="91440" bIns="45720" anchor="t">
            <a:spAutoFit/>
          </a:bodyPr>
          <a:lstStyle/>
          <a:p>
            <a:r>
              <a:rPr lang="en-US" sz="2000" b="1" dirty="0"/>
              <a:t>Author (If not in the Ownership Group):</a:t>
            </a:r>
          </a:p>
          <a:p>
            <a:pPr marL="799465" lvl="1" indent="-342900">
              <a:buFont typeface="Arial" panose="020B0604020202020204" pitchFamily="34" charset="0"/>
              <a:buChar char="•"/>
            </a:pPr>
            <a:r>
              <a:rPr lang="en-US" sz="2000" dirty="0"/>
              <a:t>Can view the entire article </a:t>
            </a:r>
            <a:endParaRPr lang="en-US" sz="2000" dirty="0">
              <a:cs typeface="Arial"/>
            </a:endParaRPr>
          </a:p>
          <a:p>
            <a:pPr marL="913765" lvl="2"/>
            <a:r>
              <a:rPr lang="en-US" sz="2000" dirty="0"/>
              <a:t>     (including restricted sections*)</a:t>
            </a:r>
            <a:endParaRPr lang="en-US" sz="2000" dirty="0">
              <a:cs typeface="Arial"/>
            </a:endParaRPr>
          </a:p>
          <a:p>
            <a:pPr marL="799465" lvl="1" indent="-342900">
              <a:buFont typeface="Arial" panose="020B0604020202020204" pitchFamily="34" charset="0"/>
              <a:buChar char="•"/>
            </a:pPr>
            <a:r>
              <a:rPr lang="en-US" sz="2000" dirty="0"/>
              <a:t>Can submit an article for retirement</a:t>
            </a:r>
          </a:p>
          <a:p>
            <a:pPr marL="799465" lvl="1" indent="-342900">
              <a:buFont typeface="Arial" panose="020B0604020202020204" pitchFamily="34" charset="0"/>
              <a:buChar char="•"/>
            </a:pPr>
            <a:r>
              <a:rPr lang="en-US" sz="2000" dirty="0"/>
              <a:t>Is notified:</a:t>
            </a:r>
            <a:endParaRPr lang="en-US" sz="2000" dirty="0">
              <a:cs typeface="Arial"/>
            </a:endParaRPr>
          </a:p>
          <a:p>
            <a:pPr marL="1256665" lvl="2" indent="-342900">
              <a:buFont typeface="Arial" panose="020B0604020202020204" pitchFamily="34" charset="0"/>
              <a:buChar char="•"/>
            </a:pPr>
            <a:r>
              <a:rPr lang="en-US" sz="2000" dirty="0"/>
              <a:t>When the article is submitted for approval</a:t>
            </a:r>
            <a:endParaRPr lang="en-US" sz="2000" dirty="0">
              <a:cs typeface="Arial"/>
            </a:endParaRPr>
          </a:p>
          <a:p>
            <a:pPr marL="1256665" lvl="2" indent="-342900">
              <a:buFont typeface="Arial" panose="020B0604020202020204" pitchFamily="34" charset="0"/>
              <a:buChar char="•"/>
            </a:pPr>
            <a:r>
              <a:rPr lang="en-US" sz="2000" dirty="0"/>
              <a:t>When the article is published</a:t>
            </a:r>
            <a:endParaRPr lang="en-US" sz="2000" dirty="0">
              <a:cs typeface="Arial"/>
            </a:endParaRPr>
          </a:p>
          <a:p>
            <a:pPr marL="1256665" lvl="2" indent="-342900">
              <a:buFont typeface="Arial" panose="020B0604020202020204" pitchFamily="34" charset="0"/>
              <a:buChar char="•"/>
            </a:pPr>
            <a:r>
              <a:rPr lang="en-US" sz="2000" dirty="0"/>
              <a:t>When feedback is given</a:t>
            </a:r>
          </a:p>
          <a:p>
            <a:pPr marL="1256665" lvl="2" indent="-342900">
              <a:buFont typeface="Arial" panose="020B0604020202020204" pitchFamily="34" charset="0"/>
              <a:buChar char="•"/>
            </a:pPr>
            <a:endParaRPr lang="en-US" sz="2000" dirty="0">
              <a:cs typeface="Arial"/>
            </a:endParaRPr>
          </a:p>
          <a:p>
            <a:r>
              <a:rPr lang="en-US" sz="2000" dirty="0">
                <a:cs typeface="Arial"/>
              </a:rPr>
              <a:t>   </a:t>
            </a:r>
            <a:r>
              <a:rPr lang="en-US" sz="1600" dirty="0">
                <a:cs typeface="Arial"/>
              </a:rPr>
              <a:t>   * If author is an “</a:t>
            </a:r>
            <a:r>
              <a:rPr lang="en-US" sz="1600" dirty="0" err="1">
                <a:cs typeface="Arial"/>
              </a:rPr>
              <a:t>itil</a:t>
            </a:r>
            <a:r>
              <a:rPr lang="en-US" sz="1600" dirty="0">
                <a:cs typeface="Arial"/>
              </a:rPr>
              <a:t>” user</a:t>
            </a:r>
          </a:p>
        </p:txBody>
      </p:sp>
      <p:sp>
        <p:nvSpPr>
          <p:cNvPr id="4" name="Rectangle 3">
            <a:extLst>
              <a:ext uri="{FF2B5EF4-FFF2-40B4-BE49-F238E27FC236}">
                <a16:creationId xmlns:a16="http://schemas.microsoft.com/office/drawing/2014/main" id="{BAA486AA-B42D-E1D0-02D5-1A2BC1FD88BF}"/>
              </a:ext>
            </a:extLst>
          </p:cNvPr>
          <p:cNvSpPr/>
          <p:nvPr/>
        </p:nvSpPr>
        <p:spPr>
          <a:xfrm>
            <a:off x="399024" y="928091"/>
            <a:ext cx="5325737" cy="37745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41C3B18-A2A9-D01B-058F-D8DDDCC60715}"/>
              </a:ext>
            </a:extLst>
          </p:cNvPr>
          <p:cNvSpPr/>
          <p:nvPr/>
        </p:nvSpPr>
        <p:spPr>
          <a:xfrm>
            <a:off x="6330468" y="922355"/>
            <a:ext cx="5325737" cy="37745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230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4" grpId="0" animBg="1"/>
      <p:bldP spid="6" grpId="0" animBg="1"/>
    </p:bldLst>
  </p:timing>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825C3-7F2A-7AAB-AB69-CF1F0C63F1C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02AFF1F-FF97-91D5-3678-BE797220F243}"/>
              </a:ext>
            </a:extLst>
          </p:cNvPr>
          <p:cNvSpPr>
            <a:spLocks noGrp="1"/>
          </p:cNvSpPr>
          <p:nvPr>
            <p:ph idx="1"/>
          </p:nvPr>
        </p:nvSpPr>
        <p:spPr>
          <a:xfrm>
            <a:off x="773843" y="3429000"/>
            <a:ext cx="10437082" cy="1491594"/>
          </a:xfrm>
        </p:spPr>
        <p:txBody>
          <a:bodyPr>
            <a:normAutofit fontScale="92500" lnSpcReduction="20000"/>
          </a:bodyPr>
          <a:lstStyle/>
          <a:p>
            <a:r>
              <a:rPr lang="en-US" dirty="0"/>
              <a:t>If </a:t>
            </a:r>
            <a:r>
              <a:rPr lang="en-US" b="1" dirty="0"/>
              <a:t>article sections </a:t>
            </a:r>
            <a:r>
              <a:rPr lang="en-US" dirty="0"/>
              <a:t>are restricted:</a:t>
            </a:r>
          </a:p>
          <a:p>
            <a:pPr marL="799963" lvl="1" indent="-342900">
              <a:buFont typeface="Arial" panose="020B0604020202020204" pitchFamily="34" charset="0"/>
              <a:buChar char="•"/>
            </a:pPr>
            <a:r>
              <a:rPr lang="en-US" b="1" dirty="0"/>
              <a:t>Ownership Group </a:t>
            </a:r>
            <a:r>
              <a:rPr lang="en-US" dirty="0"/>
              <a:t>members can view and edit the entire article (including restricted sections.)</a:t>
            </a:r>
          </a:p>
          <a:p>
            <a:pPr marL="799963" lvl="1" indent="-342900">
              <a:buFont typeface="Arial" panose="020B0604020202020204" pitchFamily="34" charset="0"/>
              <a:buChar char="•"/>
            </a:pPr>
            <a:r>
              <a:rPr lang="en-US" dirty="0"/>
              <a:t>The </a:t>
            </a:r>
            <a:r>
              <a:rPr lang="en-US" b="1" dirty="0"/>
              <a:t>Author</a:t>
            </a:r>
            <a:r>
              <a:rPr lang="en-US" dirty="0"/>
              <a:t> can view the entire article (including restricted sections.)</a:t>
            </a:r>
          </a:p>
          <a:p>
            <a:pPr marL="799963" lvl="1" indent="-342900">
              <a:buFont typeface="Arial" panose="020B0604020202020204" pitchFamily="34" charset="0"/>
              <a:buChar char="•"/>
            </a:pPr>
            <a:r>
              <a:rPr lang="en-US" dirty="0"/>
              <a:t>Users who are not members of the restricted groups will not see restricted sections.</a:t>
            </a:r>
          </a:p>
        </p:txBody>
      </p:sp>
      <p:sp>
        <p:nvSpPr>
          <p:cNvPr id="2" name="Title 1">
            <a:extLst>
              <a:ext uri="{FF2B5EF4-FFF2-40B4-BE49-F238E27FC236}">
                <a16:creationId xmlns:a16="http://schemas.microsoft.com/office/drawing/2014/main" id="{C4B594B7-1393-8170-4805-7A1649D15A0F}"/>
              </a:ext>
            </a:extLst>
          </p:cNvPr>
          <p:cNvSpPr>
            <a:spLocks noGrp="1"/>
          </p:cNvSpPr>
          <p:nvPr>
            <p:ph type="title"/>
          </p:nvPr>
        </p:nvSpPr>
        <p:spPr/>
        <p:txBody>
          <a:bodyPr>
            <a:normAutofit/>
          </a:bodyPr>
          <a:lstStyle/>
          <a:p>
            <a:r>
              <a:rPr lang="en-US" sz="4000"/>
              <a:t>Restricted Article / Sections</a:t>
            </a:r>
          </a:p>
        </p:txBody>
      </p:sp>
      <p:pic>
        <p:nvPicPr>
          <p:cNvPr id="5" name="Picture 4">
            <a:extLst>
              <a:ext uri="{FF2B5EF4-FFF2-40B4-BE49-F238E27FC236}">
                <a16:creationId xmlns:a16="http://schemas.microsoft.com/office/drawing/2014/main" id="{2688912A-CFCF-03A7-5390-B5485E371118}"/>
              </a:ext>
            </a:extLst>
          </p:cNvPr>
          <p:cNvPicPr>
            <a:picLocks noChangeAspect="1"/>
          </p:cNvPicPr>
          <p:nvPr/>
        </p:nvPicPr>
        <p:blipFill>
          <a:blip r:embed="rId3"/>
          <a:stretch>
            <a:fillRect/>
          </a:stretch>
        </p:blipFill>
        <p:spPr>
          <a:xfrm>
            <a:off x="1627947" y="2457152"/>
            <a:ext cx="5925377" cy="638264"/>
          </a:xfrm>
          <a:prstGeom prst="rect">
            <a:avLst/>
          </a:prstGeom>
          <a:ln>
            <a:solidFill>
              <a:schemeClr val="accent1"/>
            </a:solidFill>
          </a:ln>
        </p:spPr>
      </p:pic>
      <p:sp>
        <p:nvSpPr>
          <p:cNvPr id="7" name="TextBox 6">
            <a:extLst>
              <a:ext uri="{FF2B5EF4-FFF2-40B4-BE49-F238E27FC236}">
                <a16:creationId xmlns:a16="http://schemas.microsoft.com/office/drawing/2014/main" id="{5A23C0FF-FE19-7D29-5A4D-FBC6F161DC18}"/>
              </a:ext>
            </a:extLst>
          </p:cNvPr>
          <p:cNvSpPr txBox="1"/>
          <p:nvPr/>
        </p:nvSpPr>
        <p:spPr>
          <a:xfrm>
            <a:off x="773843" y="1028890"/>
            <a:ext cx="9903681" cy="1384995"/>
          </a:xfrm>
          <a:prstGeom prst="rect">
            <a:avLst/>
          </a:prstGeom>
          <a:noFill/>
        </p:spPr>
        <p:txBody>
          <a:bodyPr wrap="square">
            <a:spAutoFit/>
          </a:bodyPr>
          <a:lstStyle/>
          <a:p>
            <a:r>
              <a:rPr lang="en-US" sz="2400"/>
              <a:t>If an </a:t>
            </a:r>
            <a:r>
              <a:rPr lang="en-US" sz="2400" b="1"/>
              <a:t>entire article </a:t>
            </a:r>
            <a:r>
              <a:rPr lang="en-US" sz="2400"/>
              <a:t>is restricted:</a:t>
            </a:r>
          </a:p>
          <a:p>
            <a:pPr marL="799963" lvl="1" indent="-342900">
              <a:buFont typeface="Arial" panose="020B0604020202020204" pitchFamily="34" charset="0"/>
              <a:buChar char="•"/>
            </a:pPr>
            <a:r>
              <a:rPr lang="en-US" sz="2000" b="1"/>
              <a:t>Ownership Group </a:t>
            </a:r>
            <a:r>
              <a:rPr lang="en-US" sz="2000"/>
              <a:t>members can view and edit the article</a:t>
            </a:r>
          </a:p>
          <a:p>
            <a:pPr marL="799963" lvl="1" indent="-342900">
              <a:buFont typeface="Arial" panose="020B0604020202020204" pitchFamily="34" charset="0"/>
              <a:buChar char="•"/>
            </a:pPr>
            <a:r>
              <a:rPr lang="en-US" sz="2000"/>
              <a:t>Users not in the Ownership Group will not see the article</a:t>
            </a:r>
          </a:p>
          <a:p>
            <a:pPr marL="799963" lvl="1" indent="-342900">
              <a:buFont typeface="Arial" panose="020B0604020202020204" pitchFamily="34" charset="0"/>
              <a:buChar char="•"/>
            </a:pPr>
            <a:r>
              <a:rPr lang="en-US" sz="2000" b="1"/>
              <a:t>Authors</a:t>
            </a:r>
            <a:r>
              <a:rPr lang="en-US" sz="2000"/>
              <a:t> can view the article (even when not in the Ownership Group)</a:t>
            </a:r>
          </a:p>
        </p:txBody>
      </p:sp>
      <p:pic>
        <p:nvPicPr>
          <p:cNvPr id="9" name="Picture 8">
            <a:extLst>
              <a:ext uri="{FF2B5EF4-FFF2-40B4-BE49-F238E27FC236}">
                <a16:creationId xmlns:a16="http://schemas.microsoft.com/office/drawing/2014/main" id="{A4E940B1-C177-0958-EC29-4432A0A59760}"/>
              </a:ext>
            </a:extLst>
          </p:cNvPr>
          <p:cNvPicPr>
            <a:picLocks noChangeAspect="1"/>
          </p:cNvPicPr>
          <p:nvPr/>
        </p:nvPicPr>
        <p:blipFill>
          <a:blip r:embed="rId4"/>
          <a:stretch>
            <a:fillRect/>
          </a:stretch>
        </p:blipFill>
        <p:spPr>
          <a:xfrm>
            <a:off x="1627947" y="4949498"/>
            <a:ext cx="10320085" cy="765502"/>
          </a:xfrm>
          <a:prstGeom prst="rect">
            <a:avLst/>
          </a:prstGeom>
          <a:ln>
            <a:solidFill>
              <a:schemeClr val="accent1"/>
            </a:solidFill>
          </a:ln>
        </p:spPr>
      </p:pic>
    </p:spTree>
    <p:extLst>
      <p:ext uri="{BB962C8B-B14F-4D97-AF65-F5344CB8AC3E}">
        <p14:creationId xmlns:p14="http://schemas.microsoft.com/office/powerpoint/2010/main" val="23418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D21AAFE-836B-9E66-19C2-F14CBA7F2B30}"/>
              </a:ext>
            </a:extLst>
          </p:cNvPr>
          <p:cNvSpPr>
            <a:spLocks noGrp="1"/>
          </p:cNvSpPr>
          <p:nvPr>
            <p:ph type="body" idx="1"/>
          </p:nvPr>
        </p:nvSpPr>
        <p:spPr/>
        <p:txBody>
          <a:bodyPr/>
          <a:lstStyle/>
          <a:p>
            <a:r>
              <a:rPr lang="en-US"/>
              <a:t>Create a KB Article</a:t>
            </a:r>
          </a:p>
        </p:txBody>
      </p:sp>
    </p:spTree>
    <p:extLst>
      <p:ext uri="{BB962C8B-B14F-4D97-AF65-F5344CB8AC3E}">
        <p14:creationId xmlns:p14="http://schemas.microsoft.com/office/powerpoint/2010/main" val="3122917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AB7932A-17C4-2CAC-827D-0DFEE5AAB904}"/>
              </a:ext>
            </a:extLst>
          </p:cNvPr>
          <p:cNvSpPr>
            <a:spLocks noGrp="1"/>
          </p:cNvSpPr>
          <p:nvPr>
            <p:ph idx="1"/>
          </p:nvPr>
        </p:nvSpPr>
        <p:spPr>
          <a:xfrm>
            <a:off x="371475" y="978747"/>
            <a:ext cx="5543550" cy="4847719"/>
          </a:xfrm>
        </p:spPr>
        <p:txBody>
          <a:bodyPr>
            <a:normAutofit/>
          </a:bodyPr>
          <a:lstStyle/>
          <a:p>
            <a:pPr marL="0" indent="0">
              <a:buNone/>
            </a:pPr>
            <a:r>
              <a:rPr lang="en-US"/>
              <a:t>The </a:t>
            </a:r>
            <a:r>
              <a:rPr lang="en-US" b="1"/>
              <a:t>Author</a:t>
            </a:r>
            <a:r>
              <a:rPr lang="en-US"/>
              <a:t>: </a:t>
            </a:r>
          </a:p>
          <a:p>
            <a:pPr marL="342900" indent="-342900">
              <a:buFont typeface="Arial" panose="020B0604020202020204" pitchFamily="34" charset="0"/>
              <a:buChar char="•"/>
            </a:pPr>
            <a:r>
              <a:rPr lang="en-US"/>
              <a:t>Fills in article form</a:t>
            </a:r>
          </a:p>
          <a:p>
            <a:pPr marL="342900" indent="-342900">
              <a:buFont typeface="Arial" panose="020B0604020202020204" pitchFamily="34" charset="0"/>
              <a:buChar char="•"/>
            </a:pPr>
            <a:r>
              <a:rPr lang="en-US"/>
              <a:t>Selects Ownership Group </a:t>
            </a:r>
          </a:p>
          <a:p>
            <a:pPr marL="342900" indent="-342900">
              <a:buFont typeface="Arial" panose="020B0604020202020204" pitchFamily="34" charset="0"/>
              <a:buChar char="•"/>
            </a:pPr>
            <a:r>
              <a:rPr lang="en-US"/>
              <a:t>Submits form   </a:t>
            </a:r>
          </a:p>
          <a:p>
            <a:pPr marL="342900" indent="-342900">
              <a:buFont typeface="Arial" panose="020B0604020202020204" pitchFamily="34" charset="0"/>
              <a:buChar char="•"/>
            </a:pPr>
            <a:r>
              <a:rPr lang="en-US"/>
              <a:t>Requests to publish article</a:t>
            </a:r>
          </a:p>
          <a:p>
            <a:endParaRPr lang="en-US"/>
          </a:p>
        </p:txBody>
      </p:sp>
      <p:sp>
        <p:nvSpPr>
          <p:cNvPr id="2" name="Title 1">
            <a:extLst>
              <a:ext uri="{FF2B5EF4-FFF2-40B4-BE49-F238E27FC236}">
                <a16:creationId xmlns:a16="http://schemas.microsoft.com/office/drawing/2014/main" id="{5CBC66AB-295C-9E2D-FD5E-C412E5B6D8CF}"/>
              </a:ext>
            </a:extLst>
          </p:cNvPr>
          <p:cNvSpPr>
            <a:spLocks noGrp="1"/>
          </p:cNvSpPr>
          <p:nvPr>
            <p:ph type="title"/>
          </p:nvPr>
        </p:nvSpPr>
        <p:spPr/>
        <p:txBody>
          <a:bodyPr>
            <a:normAutofit/>
          </a:bodyPr>
          <a:lstStyle/>
          <a:p>
            <a:r>
              <a:rPr lang="en-US" sz="4000"/>
              <a:t>Create a new Knowledge Base Article</a:t>
            </a:r>
          </a:p>
        </p:txBody>
      </p:sp>
      <p:pic>
        <p:nvPicPr>
          <p:cNvPr id="5" name="Picture 4" descr="Graphical user interface, text, application, email&#10;&#10;AI-generated content may be incorrect.">
            <a:extLst>
              <a:ext uri="{FF2B5EF4-FFF2-40B4-BE49-F238E27FC236}">
                <a16:creationId xmlns:a16="http://schemas.microsoft.com/office/drawing/2014/main" id="{B8E941CC-6353-DF07-ED4D-3A9F3B2BB15B}"/>
              </a:ext>
            </a:extLst>
          </p:cNvPr>
          <p:cNvPicPr>
            <a:picLocks noChangeAspect="1"/>
          </p:cNvPicPr>
          <p:nvPr/>
        </p:nvPicPr>
        <p:blipFill>
          <a:blip r:embed="rId3"/>
          <a:stretch>
            <a:fillRect/>
          </a:stretch>
        </p:blipFill>
        <p:spPr>
          <a:xfrm>
            <a:off x="6096000" y="827997"/>
            <a:ext cx="5462894" cy="5087028"/>
          </a:xfrm>
          <a:prstGeom prst="rect">
            <a:avLst/>
          </a:prstGeom>
          <a:ln>
            <a:solidFill>
              <a:schemeClr val="accent1"/>
            </a:solidFill>
          </a:ln>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01AB08E1-6085-C4C1-BADF-0A925366D70D}"/>
                  </a:ext>
                </a:extLst>
              </p14:cNvPr>
              <p14:cNvContentPartPr/>
              <p14:nvPr/>
            </p14:nvContentPartPr>
            <p14:xfrm>
              <a:off x="9600096" y="1483884"/>
              <a:ext cx="561240" cy="360"/>
            </p14:xfrm>
          </p:contentPart>
        </mc:Choice>
        <mc:Fallback xmlns="">
          <p:pic>
            <p:nvPicPr>
              <p:cNvPr id="8" name="Ink 7">
                <a:extLst>
                  <a:ext uri="{FF2B5EF4-FFF2-40B4-BE49-F238E27FC236}">
                    <a16:creationId xmlns:a16="http://schemas.microsoft.com/office/drawing/2014/main" id="{01AB08E1-6085-C4C1-BADF-0A925366D70D}"/>
                  </a:ext>
                </a:extLst>
              </p:cNvPr>
              <p:cNvPicPr/>
              <p:nvPr/>
            </p:nvPicPr>
            <p:blipFill>
              <a:blip r:embed="rId6"/>
              <a:stretch>
                <a:fillRect/>
              </a:stretch>
            </p:blipFill>
            <p:spPr>
              <a:xfrm>
                <a:off x="9564096" y="1411884"/>
                <a:ext cx="632880" cy="144000"/>
              </a:xfrm>
              <a:prstGeom prst="rect">
                <a:avLst/>
              </a:prstGeom>
            </p:spPr>
          </p:pic>
        </mc:Fallback>
      </mc:AlternateContent>
      <p:pic>
        <p:nvPicPr>
          <p:cNvPr id="3" name="Picture 2">
            <a:extLst>
              <a:ext uri="{FF2B5EF4-FFF2-40B4-BE49-F238E27FC236}">
                <a16:creationId xmlns:a16="http://schemas.microsoft.com/office/drawing/2014/main" id="{3AF8BE7A-CF62-1A3F-6F65-66294207BB59}"/>
              </a:ext>
            </a:extLst>
          </p:cNvPr>
          <p:cNvPicPr>
            <a:picLocks noChangeAspect="1"/>
          </p:cNvPicPr>
          <p:nvPr/>
        </p:nvPicPr>
        <p:blipFill>
          <a:blip r:embed="rId7"/>
          <a:stretch>
            <a:fillRect/>
          </a:stretch>
        </p:blipFill>
        <p:spPr>
          <a:xfrm>
            <a:off x="2707270" y="2347189"/>
            <a:ext cx="1028700" cy="523875"/>
          </a:xfrm>
          <a:prstGeom prst="rect">
            <a:avLst/>
          </a:prstGeom>
        </p:spPr>
      </p:pic>
      <p:pic>
        <p:nvPicPr>
          <p:cNvPr id="4" name="Picture 3">
            <a:extLst>
              <a:ext uri="{FF2B5EF4-FFF2-40B4-BE49-F238E27FC236}">
                <a16:creationId xmlns:a16="http://schemas.microsoft.com/office/drawing/2014/main" id="{D941AC83-C4B3-076B-61E1-60C165A3B800}"/>
              </a:ext>
            </a:extLst>
          </p:cNvPr>
          <p:cNvPicPr>
            <a:picLocks noChangeAspect="1"/>
          </p:cNvPicPr>
          <p:nvPr/>
        </p:nvPicPr>
        <p:blipFill>
          <a:blip r:embed="rId8"/>
          <a:stretch>
            <a:fillRect/>
          </a:stretch>
        </p:blipFill>
        <p:spPr>
          <a:xfrm>
            <a:off x="4421770" y="2876610"/>
            <a:ext cx="840611" cy="487462"/>
          </a:xfrm>
          <a:prstGeom prst="rect">
            <a:avLst/>
          </a:prstGeom>
        </p:spPr>
      </p:pic>
    </p:spTree>
    <p:extLst>
      <p:ext uri="{BB962C8B-B14F-4D97-AF65-F5344CB8AC3E}">
        <p14:creationId xmlns:p14="http://schemas.microsoft.com/office/powerpoint/2010/main" val="3373483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CFE256-ADEF-F1EC-7C24-E2582AEE4675}"/>
              </a:ext>
            </a:extLst>
          </p:cNvPr>
          <p:cNvSpPr>
            <a:spLocks noGrp="1"/>
          </p:cNvSpPr>
          <p:nvPr>
            <p:ph idx="1"/>
          </p:nvPr>
        </p:nvSpPr>
        <p:spPr>
          <a:xfrm>
            <a:off x="581682" y="984266"/>
            <a:ext cx="9336041" cy="1301734"/>
          </a:xfrm>
        </p:spPr>
        <p:txBody>
          <a:bodyPr>
            <a:normAutofit/>
          </a:bodyPr>
          <a:lstStyle/>
          <a:p>
            <a:pPr marL="0" indent="0">
              <a:buNone/>
            </a:pPr>
            <a:r>
              <a:rPr lang="en-US" b="1"/>
              <a:t>Ownership Group </a:t>
            </a:r>
            <a:r>
              <a:rPr lang="en-US"/>
              <a:t>members receive notification / click on the “My Approvals” menu to approve the article.</a:t>
            </a:r>
          </a:p>
          <a:p>
            <a:pPr marL="0" indent="0">
              <a:buNone/>
            </a:pPr>
            <a:endParaRPr lang="en-US"/>
          </a:p>
        </p:txBody>
      </p:sp>
      <p:sp>
        <p:nvSpPr>
          <p:cNvPr id="2" name="Title 1">
            <a:extLst>
              <a:ext uri="{FF2B5EF4-FFF2-40B4-BE49-F238E27FC236}">
                <a16:creationId xmlns:a16="http://schemas.microsoft.com/office/drawing/2014/main" id="{91D476CB-CD8F-55A4-2709-63842F7EC51D}"/>
              </a:ext>
            </a:extLst>
          </p:cNvPr>
          <p:cNvSpPr>
            <a:spLocks noGrp="1"/>
          </p:cNvSpPr>
          <p:nvPr>
            <p:ph type="title"/>
          </p:nvPr>
        </p:nvSpPr>
        <p:spPr/>
        <p:txBody>
          <a:bodyPr>
            <a:normAutofit/>
          </a:bodyPr>
          <a:lstStyle/>
          <a:p>
            <a:r>
              <a:rPr lang="en-US" sz="4000"/>
              <a:t>Create - OG member approves</a:t>
            </a:r>
          </a:p>
        </p:txBody>
      </p:sp>
      <p:pic>
        <p:nvPicPr>
          <p:cNvPr id="5" name="Picture 4" descr="Graphical user interface, application&#10;&#10;AI-generated content may be incorrect.">
            <a:extLst>
              <a:ext uri="{FF2B5EF4-FFF2-40B4-BE49-F238E27FC236}">
                <a16:creationId xmlns:a16="http://schemas.microsoft.com/office/drawing/2014/main" id="{FE146B8B-BBA1-14AB-F87C-67CAA240B564}"/>
              </a:ext>
            </a:extLst>
          </p:cNvPr>
          <p:cNvPicPr>
            <a:picLocks noChangeAspect="1"/>
          </p:cNvPicPr>
          <p:nvPr/>
        </p:nvPicPr>
        <p:blipFill>
          <a:blip r:embed="rId3"/>
          <a:stretch>
            <a:fillRect/>
          </a:stretch>
        </p:blipFill>
        <p:spPr>
          <a:xfrm>
            <a:off x="1087676" y="2286000"/>
            <a:ext cx="1142907" cy="1385735"/>
          </a:xfrm>
          <a:prstGeom prst="rect">
            <a:avLst/>
          </a:prstGeom>
          <a:ln>
            <a:solidFill>
              <a:schemeClr val="accent1"/>
            </a:solidFill>
          </a:ln>
        </p:spPr>
      </p:pic>
      <p:pic>
        <p:nvPicPr>
          <p:cNvPr id="6" name="Picture 5" descr="Graphical user interface, text, application, email&#10;&#10;AI-generated content may be incorrect.">
            <a:extLst>
              <a:ext uri="{FF2B5EF4-FFF2-40B4-BE49-F238E27FC236}">
                <a16:creationId xmlns:a16="http://schemas.microsoft.com/office/drawing/2014/main" id="{A39E9A68-5885-0F87-8F59-A7800152E34D}"/>
              </a:ext>
            </a:extLst>
          </p:cNvPr>
          <p:cNvPicPr>
            <a:picLocks noChangeAspect="1"/>
          </p:cNvPicPr>
          <p:nvPr/>
        </p:nvPicPr>
        <p:blipFill>
          <a:blip r:embed="rId4"/>
          <a:stretch>
            <a:fillRect/>
          </a:stretch>
        </p:blipFill>
        <p:spPr>
          <a:xfrm>
            <a:off x="2525858" y="2374029"/>
            <a:ext cx="4495800" cy="1209675"/>
          </a:xfrm>
          <a:prstGeom prst="rect">
            <a:avLst/>
          </a:prstGeom>
          <a:ln>
            <a:solidFill>
              <a:schemeClr val="accent1"/>
            </a:solidFill>
          </a:ln>
        </p:spPr>
      </p:pic>
      <p:pic>
        <p:nvPicPr>
          <p:cNvPr id="7" name="Picture 6" descr="Application, Teams&#10;&#10;AI-generated content may be incorrect.">
            <a:extLst>
              <a:ext uri="{FF2B5EF4-FFF2-40B4-BE49-F238E27FC236}">
                <a16:creationId xmlns:a16="http://schemas.microsoft.com/office/drawing/2014/main" id="{272689EF-4FF1-B3E4-EE68-3FDEF3DB58DE}"/>
              </a:ext>
            </a:extLst>
          </p:cNvPr>
          <p:cNvPicPr>
            <a:picLocks noChangeAspect="1"/>
          </p:cNvPicPr>
          <p:nvPr/>
        </p:nvPicPr>
        <p:blipFill>
          <a:blip r:embed="rId5"/>
          <a:stretch>
            <a:fillRect/>
          </a:stretch>
        </p:blipFill>
        <p:spPr>
          <a:xfrm>
            <a:off x="2574812" y="4194294"/>
            <a:ext cx="7042376" cy="1431799"/>
          </a:xfrm>
          <a:prstGeom prst="rect">
            <a:avLst/>
          </a:prstGeom>
          <a:ln>
            <a:solidFill>
              <a:schemeClr val="accent1"/>
            </a:solidFill>
          </a:ln>
        </p:spPr>
      </p:pic>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2CDA744-B179-143A-E81A-7AC6AC9DAC2D}"/>
                  </a:ext>
                </a:extLst>
              </p14:cNvPr>
              <p14:cNvContentPartPr/>
              <p14:nvPr/>
            </p14:nvContentPartPr>
            <p14:xfrm>
              <a:off x="1355153" y="3235766"/>
              <a:ext cx="420120" cy="360"/>
            </p14:xfrm>
          </p:contentPart>
        </mc:Choice>
        <mc:Fallback xmlns="">
          <p:pic>
            <p:nvPicPr>
              <p:cNvPr id="8" name="Ink 7">
                <a:extLst>
                  <a:ext uri="{FF2B5EF4-FFF2-40B4-BE49-F238E27FC236}">
                    <a16:creationId xmlns:a16="http://schemas.microsoft.com/office/drawing/2014/main" id="{32CDA744-B179-143A-E81A-7AC6AC9DAC2D}"/>
                  </a:ext>
                </a:extLst>
              </p:cNvPr>
              <p:cNvPicPr/>
              <p:nvPr/>
            </p:nvPicPr>
            <p:blipFill>
              <a:blip r:embed="rId7"/>
              <a:stretch>
                <a:fillRect/>
              </a:stretch>
            </p:blipFill>
            <p:spPr>
              <a:xfrm>
                <a:off x="1319153" y="3163766"/>
                <a:ext cx="491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71B97647-5843-3A7B-2703-F8A7DBDCD772}"/>
                  </a:ext>
                </a:extLst>
              </p14:cNvPr>
              <p14:cNvContentPartPr/>
              <p14:nvPr/>
            </p14:nvContentPartPr>
            <p14:xfrm flipV="1">
              <a:off x="3157856" y="3144726"/>
              <a:ext cx="414360" cy="10440"/>
            </p14:xfrm>
          </p:contentPart>
        </mc:Choice>
        <mc:Fallback xmlns="">
          <p:pic>
            <p:nvPicPr>
              <p:cNvPr id="10" name="Ink 9">
                <a:extLst>
                  <a:ext uri="{FF2B5EF4-FFF2-40B4-BE49-F238E27FC236}">
                    <a16:creationId xmlns:a16="http://schemas.microsoft.com/office/drawing/2014/main" id="{71B97647-5843-3A7B-2703-F8A7DBDCD772}"/>
                  </a:ext>
                </a:extLst>
              </p:cNvPr>
              <p:cNvPicPr/>
              <p:nvPr/>
            </p:nvPicPr>
            <p:blipFill>
              <a:blip r:embed="rId9"/>
              <a:stretch>
                <a:fillRect/>
              </a:stretch>
            </p:blipFill>
            <p:spPr>
              <a:xfrm flipV="1">
                <a:off x="3121887" y="3075126"/>
                <a:ext cx="485938" cy="149292"/>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8BE964FD-780F-7AF6-F051-8701D7F91A58}"/>
                  </a:ext>
                </a:extLst>
              </p14:cNvPr>
              <p14:cNvContentPartPr/>
              <p14:nvPr/>
            </p14:nvContentPartPr>
            <p14:xfrm>
              <a:off x="8903860" y="4286802"/>
              <a:ext cx="280800" cy="8640"/>
            </p14:xfrm>
          </p:contentPart>
        </mc:Choice>
        <mc:Fallback xmlns="">
          <p:pic>
            <p:nvPicPr>
              <p:cNvPr id="11" name="Ink 10">
                <a:extLst>
                  <a:ext uri="{FF2B5EF4-FFF2-40B4-BE49-F238E27FC236}">
                    <a16:creationId xmlns:a16="http://schemas.microsoft.com/office/drawing/2014/main" id="{8BE964FD-780F-7AF6-F051-8701D7F91A58}"/>
                  </a:ext>
                </a:extLst>
              </p:cNvPr>
              <p:cNvPicPr/>
              <p:nvPr/>
            </p:nvPicPr>
            <p:blipFill>
              <a:blip r:embed="rId11"/>
              <a:stretch>
                <a:fillRect/>
              </a:stretch>
            </p:blipFill>
            <p:spPr>
              <a:xfrm>
                <a:off x="8867860" y="4214802"/>
                <a:ext cx="352440" cy="152280"/>
              </a:xfrm>
              <a:prstGeom prst="rect">
                <a:avLst/>
              </a:prstGeom>
            </p:spPr>
          </p:pic>
        </mc:Fallback>
      </mc:AlternateContent>
    </p:spTree>
    <p:extLst>
      <p:ext uri="{BB962C8B-B14F-4D97-AF65-F5344CB8AC3E}">
        <p14:creationId xmlns:p14="http://schemas.microsoft.com/office/powerpoint/2010/main" val="3548555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8AD182-B48C-F134-0B6B-EA875605C49B}"/>
              </a:ext>
            </a:extLst>
          </p:cNvPr>
          <p:cNvSpPr>
            <a:spLocks noGrp="1"/>
          </p:cNvSpPr>
          <p:nvPr>
            <p:ph idx="1"/>
          </p:nvPr>
        </p:nvSpPr>
        <p:spPr>
          <a:xfrm>
            <a:off x="537729" y="947442"/>
            <a:ext cx="10684452" cy="1304307"/>
          </a:xfrm>
        </p:spPr>
        <p:txBody>
          <a:bodyPr/>
          <a:lstStyle/>
          <a:p>
            <a:r>
              <a:rPr lang="en-US"/>
              <a:t>Article workflow moves to Published status, and the article is visible in the Service Portal</a:t>
            </a:r>
          </a:p>
        </p:txBody>
      </p:sp>
      <p:sp>
        <p:nvSpPr>
          <p:cNvPr id="2" name="Title 1">
            <a:extLst>
              <a:ext uri="{FF2B5EF4-FFF2-40B4-BE49-F238E27FC236}">
                <a16:creationId xmlns:a16="http://schemas.microsoft.com/office/drawing/2014/main" id="{7E898268-AA20-65F0-7639-08169ACE6A9B}"/>
              </a:ext>
            </a:extLst>
          </p:cNvPr>
          <p:cNvSpPr>
            <a:spLocks noGrp="1"/>
          </p:cNvSpPr>
          <p:nvPr>
            <p:ph type="title"/>
          </p:nvPr>
        </p:nvSpPr>
        <p:spPr/>
        <p:txBody>
          <a:bodyPr>
            <a:normAutofit/>
          </a:bodyPr>
          <a:lstStyle/>
          <a:p>
            <a:r>
              <a:rPr lang="en-US" sz="4000"/>
              <a:t>Create – KBA published</a:t>
            </a:r>
          </a:p>
        </p:txBody>
      </p:sp>
      <p:pic>
        <p:nvPicPr>
          <p:cNvPr id="4" name="Picture 3" descr="Graphical user interface, text, application&#10;&#10;AI-generated content may be incorrect.">
            <a:extLst>
              <a:ext uri="{FF2B5EF4-FFF2-40B4-BE49-F238E27FC236}">
                <a16:creationId xmlns:a16="http://schemas.microsoft.com/office/drawing/2014/main" id="{8FEA7D5D-CB95-76A6-E40D-63DC2FBD8726}"/>
              </a:ext>
            </a:extLst>
          </p:cNvPr>
          <p:cNvPicPr>
            <a:picLocks noChangeAspect="1"/>
          </p:cNvPicPr>
          <p:nvPr/>
        </p:nvPicPr>
        <p:blipFill>
          <a:blip r:embed="rId2"/>
          <a:stretch>
            <a:fillRect/>
          </a:stretch>
        </p:blipFill>
        <p:spPr>
          <a:xfrm>
            <a:off x="752294" y="2099240"/>
            <a:ext cx="6609807" cy="1304307"/>
          </a:xfrm>
          <a:prstGeom prst="rect">
            <a:avLst/>
          </a:prstGeom>
          <a:ln>
            <a:solidFill>
              <a:schemeClr val="accent1"/>
            </a:solidFill>
          </a:ln>
        </p:spPr>
      </p:pic>
      <p:pic>
        <p:nvPicPr>
          <p:cNvPr id="6" name="Picture 5" descr="Graphical user interface, text, application&#10;&#10;AI-generated content may be incorrect.">
            <a:extLst>
              <a:ext uri="{FF2B5EF4-FFF2-40B4-BE49-F238E27FC236}">
                <a16:creationId xmlns:a16="http://schemas.microsoft.com/office/drawing/2014/main" id="{F2D22BBE-6C0B-5518-D078-43EF0031B647}"/>
              </a:ext>
            </a:extLst>
          </p:cNvPr>
          <p:cNvPicPr>
            <a:picLocks noChangeAspect="1"/>
          </p:cNvPicPr>
          <p:nvPr/>
        </p:nvPicPr>
        <p:blipFill>
          <a:blip r:embed="rId3"/>
          <a:stretch>
            <a:fillRect/>
          </a:stretch>
        </p:blipFill>
        <p:spPr>
          <a:xfrm>
            <a:off x="6943182" y="2395258"/>
            <a:ext cx="4496524" cy="3477184"/>
          </a:xfrm>
          <a:prstGeom prst="rect">
            <a:avLst/>
          </a:prstGeom>
          <a:ln>
            <a:solidFill>
              <a:schemeClr val="accent1"/>
            </a:solidFill>
          </a:ln>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352AA2BE-E83C-4F78-2A5B-3A126226ED8C}"/>
                  </a:ext>
                </a:extLst>
              </p14:cNvPr>
              <p14:cNvContentPartPr/>
              <p14:nvPr/>
            </p14:nvContentPartPr>
            <p14:xfrm>
              <a:off x="5119219" y="2395258"/>
              <a:ext cx="259200" cy="9000"/>
            </p14:xfrm>
          </p:contentPart>
        </mc:Choice>
        <mc:Fallback xmlns="">
          <p:pic>
            <p:nvPicPr>
              <p:cNvPr id="8" name="Ink 7">
                <a:extLst>
                  <a:ext uri="{FF2B5EF4-FFF2-40B4-BE49-F238E27FC236}">
                    <a16:creationId xmlns:a16="http://schemas.microsoft.com/office/drawing/2014/main" id="{352AA2BE-E83C-4F78-2A5B-3A126226ED8C}"/>
                  </a:ext>
                </a:extLst>
              </p:cNvPr>
              <p:cNvPicPr/>
              <p:nvPr/>
            </p:nvPicPr>
            <p:blipFill>
              <a:blip r:embed="rId5"/>
              <a:stretch>
                <a:fillRect/>
              </a:stretch>
            </p:blipFill>
            <p:spPr>
              <a:xfrm>
                <a:off x="5083219" y="2323258"/>
                <a:ext cx="330840" cy="152640"/>
              </a:xfrm>
              <a:prstGeom prst="rect">
                <a:avLst/>
              </a:prstGeom>
            </p:spPr>
          </p:pic>
        </mc:Fallback>
      </mc:AlternateContent>
    </p:spTree>
    <p:extLst>
      <p:ext uri="{BB962C8B-B14F-4D97-AF65-F5344CB8AC3E}">
        <p14:creationId xmlns:p14="http://schemas.microsoft.com/office/powerpoint/2010/main" val="714901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827CE-005B-480F-279A-305B7E0AE1B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7293E63-68DA-27D0-F7D3-FCAF18F3CC60}"/>
              </a:ext>
            </a:extLst>
          </p:cNvPr>
          <p:cNvSpPr>
            <a:spLocks noGrp="1"/>
          </p:cNvSpPr>
          <p:nvPr>
            <p:ph type="body" idx="1"/>
          </p:nvPr>
        </p:nvSpPr>
        <p:spPr/>
        <p:txBody>
          <a:bodyPr/>
          <a:lstStyle/>
          <a:p>
            <a:r>
              <a:rPr lang="en-US"/>
              <a:t>Edit a KB Article</a:t>
            </a:r>
          </a:p>
        </p:txBody>
      </p:sp>
    </p:spTree>
    <p:extLst>
      <p:ext uri="{BB962C8B-B14F-4D97-AF65-F5344CB8AC3E}">
        <p14:creationId xmlns:p14="http://schemas.microsoft.com/office/powerpoint/2010/main" val="3621647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E30FF6-F673-2735-C4FE-72344E5C3E69}"/>
              </a:ext>
            </a:extLst>
          </p:cNvPr>
          <p:cNvSpPr>
            <a:spLocks noGrp="1"/>
          </p:cNvSpPr>
          <p:nvPr>
            <p:ph idx="1"/>
          </p:nvPr>
        </p:nvSpPr>
        <p:spPr>
          <a:xfrm>
            <a:off x="371475" y="978747"/>
            <a:ext cx="4441685" cy="4847719"/>
          </a:xfrm>
        </p:spPr>
        <p:txBody>
          <a:bodyPr/>
          <a:lstStyle/>
          <a:p>
            <a:pPr marL="0" indent="0">
              <a:buNone/>
            </a:pPr>
            <a:endParaRPr lang="en-US"/>
          </a:p>
          <a:p>
            <a:pPr marL="0" indent="0">
              <a:buNone/>
            </a:pPr>
            <a:r>
              <a:rPr lang="en-US"/>
              <a:t>A member of the </a:t>
            </a:r>
            <a:r>
              <a:rPr lang="en-US" b="1"/>
              <a:t>Ownership Group</a:t>
            </a:r>
            <a:r>
              <a:rPr lang="en-US"/>
              <a:t> can click [Edit] then [Checkout].</a:t>
            </a:r>
          </a:p>
          <a:p>
            <a:pPr marL="0" indent="0">
              <a:buNone/>
            </a:pPr>
            <a:endParaRPr lang="en-US"/>
          </a:p>
          <a:p>
            <a:pPr marL="0" indent="0">
              <a:buNone/>
            </a:pPr>
            <a:endParaRPr lang="en-US"/>
          </a:p>
          <a:p>
            <a:pPr marL="0" indent="0">
              <a:buNone/>
            </a:pPr>
            <a:endParaRPr lang="en-US"/>
          </a:p>
          <a:p>
            <a:r>
              <a:rPr lang="en-US" dirty="0">
                <a:latin typeface="Arial"/>
                <a:cs typeface="Arial"/>
              </a:rPr>
              <a:t>Once the Edits are done, the </a:t>
            </a:r>
            <a:r>
              <a:rPr lang="en-US" b="1" dirty="0">
                <a:latin typeface="Arial"/>
                <a:cs typeface="Arial"/>
              </a:rPr>
              <a:t>Ownership Group</a:t>
            </a:r>
            <a:r>
              <a:rPr lang="en-US" sz="2100" b="1" dirty="0">
                <a:latin typeface="Arial"/>
                <a:cs typeface="Arial"/>
              </a:rPr>
              <a:t> </a:t>
            </a:r>
            <a:r>
              <a:rPr lang="en-US">
                <a:latin typeface="Arial"/>
                <a:cs typeface="Arial"/>
              </a:rPr>
              <a:t>member clicks [Publish].</a:t>
            </a:r>
          </a:p>
          <a:p>
            <a:pPr marL="0" indent="0">
              <a:buNone/>
            </a:pPr>
            <a:endParaRPr lang="en-US"/>
          </a:p>
          <a:p>
            <a:pPr marL="0" indent="0">
              <a:buNone/>
            </a:pPr>
            <a:endParaRPr lang="en-US"/>
          </a:p>
        </p:txBody>
      </p:sp>
      <p:sp>
        <p:nvSpPr>
          <p:cNvPr id="2" name="Title 1">
            <a:extLst>
              <a:ext uri="{FF2B5EF4-FFF2-40B4-BE49-F238E27FC236}">
                <a16:creationId xmlns:a16="http://schemas.microsoft.com/office/drawing/2014/main" id="{1A5B02C6-0718-019A-3E8F-4C08EAF6FB65}"/>
              </a:ext>
            </a:extLst>
          </p:cNvPr>
          <p:cNvSpPr>
            <a:spLocks noGrp="1"/>
          </p:cNvSpPr>
          <p:nvPr>
            <p:ph type="title"/>
          </p:nvPr>
        </p:nvSpPr>
        <p:spPr/>
        <p:txBody>
          <a:bodyPr>
            <a:normAutofit/>
          </a:bodyPr>
          <a:lstStyle/>
          <a:p>
            <a:r>
              <a:rPr lang="en-US" sz="4000"/>
              <a:t>Edit - Existing article</a:t>
            </a:r>
          </a:p>
        </p:txBody>
      </p:sp>
      <p:pic>
        <p:nvPicPr>
          <p:cNvPr id="5" name="Picture 4">
            <a:extLst>
              <a:ext uri="{FF2B5EF4-FFF2-40B4-BE49-F238E27FC236}">
                <a16:creationId xmlns:a16="http://schemas.microsoft.com/office/drawing/2014/main" id="{42DAC675-6FE6-1C5C-3A96-E7E3B5F82232}"/>
              </a:ext>
            </a:extLst>
          </p:cNvPr>
          <p:cNvPicPr>
            <a:picLocks noChangeAspect="1"/>
          </p:cNvPicPr>
          <p:nvPr/>
        </p:nvPicPr>
        <p:blipFill>
          <a:blip r:embed="rId4"/>
          <a:stretch>
            <a:fillRect/>
          </a:stretch>
        </p:blipFill>
        <p:spPr>
          <a:xfrm>
            <a:off x="4967786" y="1352059"/>
            <a:ext cx="4144414" cy="1790075"/>
          </a:xfrm>
          <a:prstGeom prst="rect">
            <a:avLst/>
          </a:prstGeom>
        </p:spPr>
      </p:pic>
      <p:pic>
        <p:nvPicPr>
          <p:cNvPr id="7" name="Picture 6">
            <a:extLst>
              <a:ext uri="{FF2B5EF4-FFF2-40B4-BE49-F238E27FC236}">
                <a16:creationId xmlns:a16="http://schemas.microsoft.com/office/drawing/2014/main" id="{688555C9-F4D9-6445-920A-E6438528168F}"/>
              </a:ext>
            </a:extLst>
          </p:cNvPr>
          <p:cNvPicPr>
            <a:picLocks noChangeAspect="1"/>
          </p:cNvPicPr>
          <p:nvPr/>
        </p:nvPicPr>
        <p:blipFill>
          <a:blip r:embed="rId5"/>
          <a:stretch>
            <a:fillRect/>
          </a:stretch>
        </p:blipFill>
        <p:spPr>
          <a:xfrm>
            <a:off x="5214681" y="2232542"/>
            <a:ext cx="6492539" cy="1257564"/>
          </a:xfrm>
          <a:prstGeom prst="rect">
            <a:avLst/>
          </a:prstGeom>
        </p:spPr>
      </p:pic>
      <p:pic>
        <p:nvPicPr>
          <p:cNvPr id="11" name="Picture 10">
            <a:extLst>
              <a:ext uri="{FF2B5EF4-FFF2-40B4-BE49-F238E27FC236}">
                <a16:creationId xmlns:a16="http://schemas.microsoft.com/office/drawing/2014/main" id="{7ED3DCB7-2C04-A51C-6F50-3F8959670AD2}"/>
              </a:ext>
            </a:extLst>
          </p:cNvPr>
          <p:cNvPicPr>
            <a:picLocks noChangeAspect="1"/>
          </p:cNvPicPr>
          <p:nvPr/>
        </p:nvPicPr>
        <p:blipFill>
          <a:blip r:embed="rId6"/>
          <a:stretch>
            <a:fillRect/>
          </a:stretch>
        </p:blipFill>
        <p:spPr>
          <a:xfrm>
            <a:off x="4967786" y="4141319"/>
            <a:ext cx="3422826" cy="355618"/>
          </a:xfrm>
          <a:prstGeom prst="rect">
            <a:avLst/>
          </a:prstGeom>
        </p:spPr>
      </p:pic>
    </p:spTree>
    <p:extLst>
      <p:ext uri="{BB962C8B-B14F-4D97-AF65-F5344CB8AC3E}">
        <p14:creationId xmlns:p14="http://schemas.microsoft.com/office/powerpoint/2010/main" val="1603290734"/>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E13A1-416D-A5A2-A84E-92061961AFE1}"/>
              </a:ext>
            </a:extLst>
          </p:cNvPr>
          <p:cNvSpPr>
            <a:spLocks noGrp="1"/>
          </p:cNvSpPr>
          <p:nvPr>
            <p:ph idx="1"/>
          </p:nvPr>
        </p:nvSpPr>
        <p:spPr>
          <a:xfrm>
            <a:off x="469798" y="1132191"/>
            <a:ext cx="4780628" cy="2181279"/>
          </a:xfrm>
        </p:spPr>
        <p:txBody>
          <a:bodyPr/>
          <a:lstStyle/>
          <a:p>
            <a:r>
              <a:rPr lang="en-US" dirty="0"/>
              <a:t>A member of the </a:t>
            </a:r>
            <a:r>
              <a:rPr lang="en-US" b="1" dirty="0"/>
              <a:t>Ownership Group*</a:t>
            </a:r>
            <a:r>
              <a:rPr lang="en-US" dirty="0"/>
              <a:t> clicks [Approve].</a:t>
            </a:r>
          </a:p>
          <a:p>
            <a:r>
              <a:rPr lang="en-US" sz="1600" dirty="0"/>
              <a:t>*Authors cannot approve their own articles.</a:t>
            </a:r>
          </a:p>
        </p:txBody>
      </p:sp>
      <p:sp>
        <p:nvSpPr>
          <p:cNvPr id="2" name="Title 1">
            <a:extLst>
              <a:ext uri="{FF2B5EF4-FFF2-40B4-BE49-F238E27FC236}">
                <a16:creationId xmlns:a16="http://schemas.microsoft.com/office/drawing/2014/main" id="{2E38FBB9-E366-8F1E-68E0-3912E48E492B}"/>
              </a:ext>
            </a:extLst>
          </p:cNvPr>
          <p:cNvSpPr>
            <a:spLocks noGrp="1"/>
          </p:cNvSpPr>
          <p:nvPr>
            <p:ph type="title"/>
          </p:nvPr>
        </p:nvSpPr>
        <p:spPr/>
        <p:txBody>
          <a:bodyPr>
            <a:normAutofit/>
          </a:bodyPr>
          <a:lstStyle/>
          <a:p>
            <a:r>
              <a:rPr lang="en-US" sz="4000"/>
              <a:t>Edit – Approval / Publish</a:t>
            </a:r>
          </a:p>
        </p:txBody>
      </p:sp>
      <p:pic>
        <p:nvPicPr>
          <p:cNvPr id="5" name="Picture 4" descr="Graphical user interface, text, application&#10;&#10;AI-generated content may be incorrect.">
            <a:extLst>
              <a:ext uri="{FF2B5EF4-FFF2-40B4-BE49-F238E27FC236}">
                <a16:creationId xmlns:a16="http://schemas.microsoft.com/office/drawing/2014/main" id="{B5795B0C-C0FF-B208-7CCF-7308D02BE218}"/>
              </a:ext>
            </a:extLst>
          </p:cNvPr>
          <p:cNvPicPr>
            <a:picLocks noChangeAspect="1"/>
          </p:cNvPicPr>
          <p:nvPr/>
        </p:nvPicPr>
        <p:blipFill>
          <a:blip r:embed="rId3"/>
          <a:stretch>
            <a:fillRect/>
          </a:stretch>
        </p:blipFill>
        <p:spPr>
          <a:xfrm>
            <a:off x="5570018" y="1780833"/>
            <a:ext cx="5943600" cy="1634490"/>
          </a:xfrm>
          <a:prstGeom prst="rect">
            <a:avLst/>
          </a:prstGeom>
          <a:ln>
            <a:solidFill>
              <a:schemeClr val="accent1"/>
            </a:solidFill>
          </a:ln>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6A7E959C-FF21-CCAA-54F0-A563F2408801}"/>
                  </a:ext>
                </a:extLst>
              </p14:cNvPr>
              <p14:cNvContentPartPr/>
              <p14:nvPr/>
            </p14:nvContentPartPr>
            <p14:xfrm flipH="1">
              <a:off x="10213612" y="2236654"/>
              <a:ext cx="337320" cy="9720"/>
            </p14:xfrm>
          </p:contentPart>
        </mc:Choice>
        <mc:Fallback xmlns="">
          <p:pic>
            <p:nvPicPr>
              <p:cNvPr id="7" name="Ink 6">
                <a:extLst>
                  <a:ext uri="{FF2B5EF4-FFF2-40B4-BE49-F238E27FC236}">
                    <a16:creationId xmlns:a16="http://schemas.microsoft.com/office/drawing/2014/main" id="{6A7E959C-FF21-CCAA-54F0-A563F2408801}"/>
                  </a:ext>
                </a:extLst>
              </p:cNvPr>
              <p:cNvPicPr/>
              <p:nvPr/>
            </p:nvPicPr>
            <p:blipFill>
              <a:blip r:embed="rId5"/>
              <a:stretch>
                <a:fillRect/>
              </a:stretch>
            </p:blipFill>
            <p:spPr>
              <a:xfrm flipH="1">
                <a:off x="10177650" y="292654"/>
                <a:ext cx="408884" cy="3888000"/>
              </a:xfrm>
              <a:prstGeom prst="rect">
                <a:avLst/>
              </a:prstGeom>
            </p:spPr>
          </p:pic>
        </mc:Fallback>
      </mc:AlternateContent>
      <p:sp>
        <p:nvSpPr>
          <p:cNvPr id="6" name="Content Placeholder 2">
            <a:extLst>
              <a:ext uri="{FF2B5EF4-FFF2-40B4-BE49-F238E27FC236}">
                <a16:creationId xmlns:a16="http://schemas.microsoft.com/office/drawing/2014/main" id="{9090D1D7-2212-1154-39E0-684435C54883}"/>
              </a:ext>
            </a:extLst>
          </p:cNvPr>
          <p:cNvSpPr txBox="1">
            <a:spLocks/>
          </p:cNvSpPr>
          <p:nvPr/>
        </p:nvSpPr>
        <p:spPr>
          <a:xfrm>
            <a:off x="371475" y="3775464"/>
            <a:ext cx="4207087" cy="700844"/>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0" marR="0" lvl="0" indent="0" algn="l" rtl="0" eaLnBrk="1" hangingPunct="1">
              <a:lnSpc>
                <a:spcPct val="90000"/>
              </a:lnSpc>
              <a:spcBef>
                <a:spcPts val="1000"/>
              </a:spcBef>
              <a:spcAft>
                <a:spcPts val="0"/>
              </a:spcAft>
              <a:buClr>
                <a:schemeClr val="dk1"/>
              </a:buClr>
              <a:buSzPts val="2799"/>
              <a:buFont typeface="Arial"/>
              <a:buNone/>
              <a:defRPr sz="2400" b="0" i="0" u="none" strike="noStrike" cap="none">
                <a:solidFill>
                  <a:schemeClr val="dk1"/>
                </a:solidFill>
                <a:latin typeface="Arial" panose="020B0604020202020204" pitchFamily="34" charset="0"/>
                <a:ea typeface="Arial"/>
                <a:cs typeface="Arial" panose="020B0604020202020204" pitchFamily="34" charset="0"/>
                <a:sym typeface="Arial"/>
              </a:defRPr>
            </a:lvl1pPr>
            <a:lvl2pPr marL="457063" marR="0" lvl="1" indent="0" algn="l" rtl="0" eaLnBrk="1" hangingPunct="1">
              <a:lnSpc>
                <a:spcPct val="90000"/>
              </a:lnSpc>
              <a:spcBef>
                <a:spcPts val="500"/>
              </a:spcBef>
              <a:spcAft>
                <a:spcPts val="0"/>
              </a:spcAft>
              <a:buClr>
                <a:schemeClr val="dk1"/>
              </a:buClr>
              <a:buSzPts val="2399"/>
              <a:buFont typeface="Arial"/>
              <a:buNone/>
              <a:defRPr sz="2000" b="0" i="0" u="none" strike="noStrike" cap="none">
                <a:solidFill>
                  <a:schemeClr val="dk1"/>
                </a:solidFill>
                <a:latin typeface="Arial" panose="020B0604020202020204" pitchFamily="34" charset="0"/>
                <a:ea typeface="Arial"/>
                <a:cs typeface="Arial" panose="020B0604020202020204" pitchFamily="34" charset="0"/>
                <a:sym typeface="Arial"/>
              </a:defRPr>
            </a:lvl2pPr>
            <a:lvl3pPr marL="914126" marR="0" lvl="2" indent="0" algn="l" rtl="0" eaLnBrk="1" hangingPunct="1">
              <a:lnSpc>
                <a:spcPct val="90000"/>
              </a:lnSpc>
              <a:spcBef>
                <a:spcPts val="500"/>
              </a:spcBef>
              <a:spcAft>
                <a:spcPts val="0"/>
              </a:spcAft>
              <a:buClr>
                <a:schemeClr val="dk1"/>
              </a:buClr>
              <a:buSzPts val="1999"/>
              <a:buFont typeface="Arial"/>
              <a:buNone/>
              <a:defRPr sz="2000" b="0" i="0" u="none" strike="noStrike" cap="none">
                <a:solidFill>
                  <a:schemeClr val="dk1"/>
                </a:solidFill>
                <a:latin typeface="Arial" panose="020B0604020202020204" pitchFamily="34" charset="0"/>
                <a:ea typeface="Arial"/>
                <a:cs typeface="Arial" panose="020B0604020202020204" pitchFamily="34" charset="0"/>
                <a:sym typeface="Arial"/>
              </a:defRPr>
            </a:lvl3pPr>
            <a:lvl4pPr marL="1371189" marR="0" lvl="3" indent="0" algn="l" rtl="0" eaLnBrk="1" hangingPunct="1">
              <a:lnSpc>
                <a:spcPct val="90000"/>
              </a:lnSpc>
              <a:spcBef>
                <a:spcPts val="500"/>
              </a:spcBef>
              <a:spcAft>
                <a:spcPts val="0"/>
              </a:spcAft>
              <a:buClr>
                <a:schemeClr val="dk1"/>
              </a:buClr>
              <a:buSzPts val="1799"/>
              <a:buFont typeface="Arial"/>
              <a:buNone/>
              <a:defRPr sz="1800" b="0" i="0" u="none" strike="noStrike" cap="none">
                <a:solidFill>
                  <a:schemeClr val="dk1"/>
                </a:solidFill>
                <a:latin typeface="Arial" panose="020B0604020202020204" pitchFamily="34" charset="0"/>
                <a:ea typeface="Arial"/>
                <a:cs typeface="Arial" panose="020B0604020202020204" pitchFamily="34" charset="0"/>
                <a:sym typeface="Arial"/>
              </a:defRPr>
            </a:lvl4pPr>
            <a:lvl5pPr marL="1828252" marR="0" lvl="4" indent="0" algn="l" rtl="0" eaLnBrk="1" hangingPunct="1">
              <a:lnSpc>
                <a:spcPct val="90000"/>
              </a:lnSpc>
              <a:spcBef>
                <a:spcPts val="500"/>
              </a:spcBef>
              <a:spcAft>
                <a:spcPts val="0"/>
              </a:spcAft>
              <a:buClr>
                <a:schemeClr val="dk1"/>
              </a:buClr>
              <a:buSzPts val="1799"/>
              <a:buFont typeface="Arial"/>
              <a:buNone/>
              <a:defRPr sz="1800" b="0" i="0" u="none" strike="noStrike" cap="none">
                <a:solidFill>
                  <a:schemeClr val="dk1"/>
                </a:solidFill>
                <a:latin typeface="Arial" panose="020B0604020202020204" pitchFamily="34" charset="0"/>
                <a:ea typeface="Arial"/>
                <a:cs typeface="Arial" panose="020B0604020202020204" pitchFamily="34" charset="0"/>
                <a:sym typeface="Arial"/>
              </a:defRPr>
            </a:lvl5pPr>
            <a:lvl6pPr marL="2743200" marR="0" lvl="5" indent="-342836" algn="l" rtl="0" eaLnBrk="1" hangingPunct="1">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eaLnBrk="1" hangingPunct="1">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eaLnBrk="1" hangingPunct="1">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eaLnBrk="1" hangingPunct="1">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r>
              <a:rPr lang="en-US" kern="0"/>
              <a:t>Article is published and visible on front end</a:t>
            </a:r>
          </a:p>
        </p:txBody>
      </p:sp>
      <p:pic>
        <p:nvPicPr>
          <p:cNvPr id="8" name="Picture 7" descr="Graphical user interface, text, application&#10;&#10;AI-generated content may be incorrect.">
            <a:extLst>
              <a:ext uri="{FF2B5EF4-FFF2-40B4-BE49-F238E27FC236}">
                <a16:creationId xmlns:a16="http://schemas.microsoft.com/office/drawing/2014/main" id="{AB2F826F-74F6-98EC-4A89-45865243462B}"/>
              </a:ext>
            </a:extLst>
          </p:cNvPr>
          <p:cNvPicPr>
            <a:picLocks noChangeAspect="1"/>
          </p:cNvPicPr>
          <p:nvPr/>
        </p:nvPicPr>
        <p:blipFill>
          <a:blip r:embed="rId6"/>
          <a:stretch>
            <a:fillRect/>
          </a:stretch>
        </p:blipFill>
        <p:spPr>
          <a:xfrm>
            <a:off x="5570018" y="3930814"/>
            <a:ext cx="6142971" cy="1922304"/>
          </a:xfrm>
          <a:prstGeom prst="rect">
            <a:avLst/>
          </a:prstGeom>
          <a:ln>
            <a:solidFill>
              <a:schemeClr val="accent1"/>
            </a:solidFill>
          </a:ln>
        </p:spPr>
      </p:pic>
      <p:pic>
        <p:nvPicPr>
          <p:cNvPr id="4" name="Picture 3" descr="Graphical user interface, application&#10;&#10;AI-generated content may be incorrect.">
            <a:extLst>
              <a:ext uri="{FF2B5EF4-FFF2-40B4-BE49-F238E27FC236}">
                <a16:creationId xmlns:a16="http://schemas.microsoft.com/office/drawing/2014/main" id="{D5B8FF89-50CE-193E-D06F-FE0CE51D964D}"/>
              </a:ext>
            </a:extLst>
          </p:cNvPr>
          <p:cNvPicPr>
            <a:picLocks noChangeAspect="1"/>
          </p:cNvPicPr>
          <p:nvPr/>
        </p:nvPicPr>
        <p:blipFill>
          <a:blip r:embed="rId7"/>
          <a:stretch>
            <a:fillRect/>
          </a:stretch>
        </p:blipFill>
        <p:spPr>
          <a:xfrm>
            <a:off x="5250426" y="1004882"/>
            <a:ext cx="1628775" cy="1028700"/>
          </a:xfrm>
          <a:prstGeom prst="rect">
            <a:avLst/>
          </a:prstGeom>
        </p:spPr>
      </p:pic>
    </p:spTree>
    <p:extLst>
      <p:ext uri="{BB962C8B-B14F-4D97-AF65-F5344CB8AC3E}">
        <p14:creationId xmlns:p14="http://schemas.microsoft.com/office/powerpoint/2010/main" val="3343479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3FDF0-0D16-5476-34F4-321C0CBD4AF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8FBCA9B-28E9-1F2D-3024-31268CA9808E}"/>
              </a:ext>
            </a:extLst>
          </p:cNvPr>
          <p:cNvSpPr>
            <a:spLocks noGrp="1"/>
          </p:cNvSpPr>
          <p:nvPr>
            <p:ph type="body" idx="1"/>
          </p:nvPr>
        </p:nvSpPr>
        <p:spPr/>
        <p:txBody>
          <a:bodyPr/>
          <a:lstStyle/>
          <a:p>
            <a:r>
              <a:rPr lang="en-US"/>
              <a:t>Reject a KB Article</a:t>
            </a:r>
          </a:p>
        </p:txBody>
      </p:sp>
    </p:spTree>
    <p:extLst>
      <p:ext uri="{BB962C8B-B14F-4D97-AF65-F5344CB8AC3E}">
        <p14:creationId xmlns:p14="http://schemas.microsoft.com/office/powerpoint/2010/main" val="11486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1D77E-9F37-2631-12DC-400B366BF556}"/>
              </a:ext>
            </a:extLst>
          </p:cNvPr>
          <p:cNvSpPr>
            <a:spLocks noGrp="1"/>
          </p:cNvSpPr>
          <p:nvPr>
            <p:ph type="title"/>
          </p:nvPr>
        </p:nvSpPr>
        <p:spPr/>
        <p:txBody>
          <a:bodyPr>
            <a:normAutofit/>
          </a:bodyPr>
          <a:lstStyle/>
          <a:p>
            <a:r>
              <a:rPr lang="en-US" sz="4000"/>
              <a:t>Article Rejected – revise and resubmit</a:t>
            </a:r>
          </a:p>
        </p:txBody>
      </p:sp>
      <p:sp>
        <p:nvSpPr>
          <p:cNvPr id="4" name="TextBox 3">
            <a:extLst>
              <a:ext uri="{FF2B5EF4-FFF2-40B4-BE49-F238E27FC236}">
                <a16:creationId xmlns:a16="http://schemas.microsoft.com/office/drawing/2014/main" id="{8E97EFE7-94DD-BB9D-3523-932DB1AB0424}"/>
              </a:ext>
            </a:extLst>
          </p:cNvPr>
          <p:cNvSpPr txBox="1"/>
          <p:nvPr/>
        </p:nvSpPr>
        <p:spPr>
          <a:xfrm>
            <a:off x="654216" y="1186078"/>
            <a:ext cx="10077424"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member of the </a:t>
            </a:r>
            <a:r>
              <a:rPr lang="en-US" b="1" dirty="0"/>
              <a:t>Ownership Group* </a:t>
            </a:r>
            <a:r>
              <a:rPr lang="en-US" dirty="0"/>
              <a:t>can Reject the Approval and the article will return to Draft where the </a:t>
            </a:r>
            <a:r>
              <a:rPr lang="en-US" b="1" dirty="0"/>
              <a:t>Author</a:t>
            </a:r>
            <a:r>
              <a:rPr lang="en-US" dirty="0"/>
              <a:t> can revise and resubmit.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defRPr/>
            </a:pPr>
            <a:r>
              <a:rPr lang="en-US" sz="1600" dirty="0"/>
              <a:t>*Authors cannot reject their own articles.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pic>
        <p:nvPicPr>
          <p:cNvPr id="9" name="Picture 8">
            <a:extLst>
              <a:ext uri="{FF2B5EF4-FFF2-40B4-BE49-F238E27FC236}">
                <a16:creationId xmlns:a16="http://schemas.microsoft.com/office/drawing/2014/main" id="{46D407E9-F2C4-BEB6-FF73-C39325F3DE76}"/>
              </a:ext>
            </a:extLst>
          </p:cNvPr>
          <p:cNvPicPr>
            <a:picLocks noChangeAspect="1"/>
          </p:cNvPicPr>
          <p:nvPr/>
        </p:nvPicPr>
        <p:blipFill>
          <a:blip r:embed="rId4"/>
          <a:stretch>
            <a:fillRect/>
          </a:stretch>
        </p:blipFill>
        <p:spPr>
          <a:xfrm>
            <a:off x="654216" y="2663406"/>
            <a:ext cx="3798123" cy="863887"/>
          </a:xfrm>
          <a:prstGeom prst="rect">
            <a:avLst/>
          </a:prstGeom>
        </p:spPr>
      </p:pic>
      <p:pic>
        <p:nvPicPr>
          <p:cNvPr id="1026" name="Picture 2">
            <a:extLst>
              <a:ext uri="{FF2B5EF4-FFF2-40B4-BE49-F238E27FC236}">
                <a16:creationId xmlns:a16="http://schemas.microsoft.com/office/drawing/2014/main" id="{44F92DEB-C74F-701D-942F-832B336521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2455" y="3626367"/>
            <a:ext cx="7169185" cy="2045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81448"/>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1691-453B-3615-A786-BDEA748B803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E95EE4F-9A7A-5EC8-0ED7-C4682CA321FA}"/>
              </a:ext>
            </a:extLst>
          </p:cNvPr>
          <p:cNvSpPr>
            <a:spLocks noGrp="1"/>
          </p:cNvSpPr>
          <p:nvPr>
            <p:ph type="body" idx="1"/>
          </p:nvPr>
        </p:nvSpPr>
        <p:spPr/>
        <p:txBody>
          <a:bodyPr/>
          <a:lstStyle/>
          <a:p>
            <a:r>
              <a:rPr lang="en-US"/>
              <a:t>Notifications</a:t>
            </a:r>
          </a:p>
        </p:txBody>
      </p:sp>
    </p:spTree>
    <p:extLst>
      <p:ext uri="{BB962C8B-B14F-4D97-AF65-F5344CB8AC3E}">
        <p14:creationId xmlns:p14="http://schemas.microsoft.com/office/powerpoint/2010/main" val="109795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text, application&#10;&#10;AI-generated content may be incorrect.">
            <a:extLst>
              <a:ext uri="{FF2B5EF4-FFF2-40B4-BE49-F238E27FC236}">
                <a16:creationId xmlns:a16="http://schemas.microsoft.com/office/drawing/2014/main" id="{C1950A0A-8E63-55AB-4A6E-EB07587C03C7}"/>
              </a:ext>
            </a:extLst>
          </p:cNvPr>
          <p:cNvPicPr>
            <a:picLocks noGrp="1" noChangeAspect="1"/>
          </p:cNvPicPr>
          <p:nvPr>
            <p:ph idx="1"/>
          </p:nvPr>
        </p:nvPicPr>
        <p:blipFill>
          <a:blip r:embed="rId4"/>
          <a:stretch>
            <a:fillRect/>
          </a:stretch>
        </p:blipFill>
        <p:spPr>
          <a:xfrm>
            <a:off x="676275" y="1542827"/>
            <a:ext cx="7153275" cy="3144146"/>
          </a:xfrm>
          <a:prstGeom prst="rect">
            <a:avLst/>
          </a:prstGeom>
          <a:noFill/>
          <a:ln>
            <a:solidFill>
              <a:schemeClr val="accent1"/>
            </a:solidFill>
          </a:ln>
        </p:spPr>
      </p:pic>
      <p:sp>
        <p:nvSpPr>
          <p:cNvPr id="2" name="Title 1">
            <a:extLst>
              <a:ext uri="{FF2B5EF4-FFF2-40B4-BE49-F238E27FC236}">
                <a16:creationId xmlns:a16="http://schemas.microsoft.com/office/drawing/2014/main" id="{67B39825-3953-713F-327A-3B39F85B6B5B}"/>
              </a:ext>
            </a:extLst>
          </p:cNvPr>
          <p:cNvSpPr>
            <a:spLocks noGrp="1"/>
          </p:cNvSpPr>
          <p:nvPr>
            <p:ph type="title"/>
          </p:nvPr>
        </p:nvSpPr>
        <p:spPr/>
        <p:txBody>
          <a:bodyPr>
            <a:normAutofit/>
          </a:bodyPr>
          <a:lstStyle/>
          <a:p>
            <a:r>
              <a:rPr lang="en-US" sz="4000"/>
              <a:t>Approval Notification</a:t>
            </a:r>
          </a:p>
        </p:txBody>
      </p:sp>
      <p:pic>
        <p:nvPicPr>
          <p:cNvPr id="7" name="Picture 6" descr="Graphical user interface, text, application, email&#10;&#10;AI-generated content may be incorrect.">
            <a:extLst>
              <a:ext uri="{FF2B5EF4-FFF2-40B4-BE49-F238E27FC236}">
                <a16:creationId xmlns:a16="http://schemas.microsoft.com/office/drawing/2014/main" id="{38DABC22-BFC0-D611-48D6-B0F0A65E3000}"/>
              </a:ext>
            </a:extLst>
          </p:cNvPr>
          <p:cNvPicPr>
            <a:picLocks noChangeAspect="1"/>
          </p:cNvPicPr>
          <p:nvPr/>
        </p:nvPicPr>
        <p:blipFill>
          <a:blip r:embed="rId5"/>
          <a:stretch>
            <a:fillRect/>
          </a:stretch>
        </p:blipFill>
        <p:spPr>
          <a:xfrm>
            <a:off x="2365265" y="3238500"/>
            <a:ext cx="9024006" cy="2240002"/>
          </a:xfrm>
          <a:prstGeom prst="rect">
            <a:avLst/>
          </a:prstGeom>
          <a:ln>
            <a:solidFill>
              <a:schemeClr val="accent1"/>
            </a:solidFill>
          </a:ln>
        </p:spPr>
      </p:pic>
      <p:sp>
        <p:nvSpPr>
          <p:cNvPr id="3" name="TextBox 2">
            <a:extLst>
              <a:ext uri="{FF2B5EF4-FFF2-40B4-BE49-F238E27FC236}">
                <a16:creationId xmlns:a16="http://schemas.microsoft.com/office/drawing/2014/main" id="{4C704D9F-99DA-71CC-D9FB-E59A876DF7C5}"/>
              </a:ext>
            </a:extLst>
          </p:cNvPr>
          <p:cNvSpPr txBox="1"/>
          <p:nvPr/>
        </p:nvSpPr>
        <p:spPr>
          <a:xfrm>
            <a:off x="563513" y="810871"/>
            <a:ext cx="9993779" cy="400110"/>
          </a:xfrm>
          <a:prstGeom prst="rect">
            <a:avLst/>
          </a:prstGeom>
          <a:noFill/>
        </p:spPr>
        <p:txBody>
          <a:bodyPr wrap="square">
            <a:spAutoFit/>
          </a:bodyPr>
          <a:lstStyle/>
          <a:p>
            <a:r>
              <a:rPr lang="en-US" sz="2000"/>
              <a:t>Approval notifications are sent to the </a:t>
            </a:r>
            <a:r>
              <a:rPr lang="en-US" sz="2000" b="1"/>
              <a:t>Ownership Group </a:t>
            </a:r>
            <a:r>
              <a:rPr lang="en-US" sz="2000"/>
              <a:t>to request approval.</a:t>
            </a:r>
          </a:p>
        </p:txBody>
      </p:sp>
    </p:spTree>
    <p:extLst>
      <p:ext uri="{BB962C8B-B14F-4D97-AF65-F5344CB8AC3E}">
        <p14:creationId xmlns:p14="http://schemas.microsoft.com/office/powerpoint/2010/main" val="228381024"/>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3A8C67-D2B6-6805-9680-CB62880C2EE8}"/>
              </a:ext>
            </a:extLst>
          </p:cNvPr>
          <p:cNvPicPr>
            <a:picLocks noGrp="1" noChangeAspect="1"/>
          </p:cNvPicPr>
          <p:nvPr>
            <p:ph idx="1"/>
          </p:nvPr>
        </p:nvPicPr>
        <p:blipFill>
          <a:blip r:embed="rId3"/>
          <a:stretch>
            <a:fillRect/>
          </a:stretch>
        </p:blipFill>
        <p:spPr>
          <a:xfrm>
            <a:off x="730491" y="2108987"/>
            <a:ext cx="6470409" cy="577313"/>
          </a:xfrm>
          <a:prstGeom prst="rect">
            <a:avLst/>
          </a:prstGeom>
          <a:noFill/>
          <a:ln>
            <a:solidFill>
              <a:schemeClr val="accent1"/>
            </a:solidFill>
          </a:ln>
        </p:spPr>
      </p:pic>
      <p:sp>
        <p:nvSpPr>
          <p:cNvPr id="2" name="Title 1">
            <a:extLst>
              <a:ext uri="{FF2B5EF4-FFF2-40B4-BE49-F238E27FC236}">
                <a16:creationId xmlns:a16="http://schemas.microsoft.com/office/drawing/2014/main" id="{40B6B154-DFF4-9835-B894-B4C67E216731}"/>
              </a:ext>
            </a:extLst>
          </p:cNvPr>
          <p:cNvSpPr>
            <a:spLocks noGrp="1"/>
          </p:cNvSpPr>
          <p:nvPr>
            <p:ph type="title"/>
          </p:nvPr>
        </p:nvSpPr>
        <p:spPr/>
        <p:txBody>
          <a:bodyPr>
            <a:normAutofit/>
          </a:bodyPr>
          <a:lstStyle/>
          <a:p>
            <a:r>
              <a:rPr lang="en-US" sz="4000"/>
              <a:t>Published Notification</a:t>
            </a:r>
          </a:p>
        </p:txBody>
      </p:sp>
      <p:pic>
        <p:nvPicPr>
          <p:cNvPr id="7" name="Picture 6" descr="Graphical user interface, text, application&#10;&#10;AI-generated content may be incorrect.">
            <a:extLst>
              <a:ext uri="{FF2B5EF4-FFF2-40B4-BE49-F238E27FC236}">
                <a16:creationId xmlns:a16="http://schemas.microsoft.com/office/drawing/2014/main" id="{AF44D426-656A-BE6D-A02F-E08D1DA6FB4E}"/>
              </a:ext>
            </a:extLst>
          </p:cNvPr>
          <p:cNvPicPr>
            <a:picLocks noChangeAspect="1"/>
          </p:cNvPicPr>
          <p:nvPr/>
        </p:nvPicPr>
        <p:blipFill>
          <a:blip r:embed="rId4"/>
          <a:stretch>
            <a:fillRect/>
          </a:stretch>
        </p:blipFill>
        <p:spPr>
          <a:xfrm>
            <a:off x="2611349" y="2873236"/>
            <a:ext cx="6969302" cy="1930686"/>
          </a:xfrm>
          <a:prstGeom prst="rect">
            <a:avLst/>
          </a:prstGeom>
          <a:ln>
            <a:solidFill>
              <a:schemeClr val="accent1"/>
            </a:solidFill>
          </a:ln>
        </p:spPr>
      </p:pic>
      <p:sp>
        <p:nvSpPr>
          <p:cNvPr id="4" name="TextBox 3">
            <a:extLst>
              <a:ext uri="{FF2B5EF4-FFF2-40B4-BE49-F238E27FC236}">
                <a16:creationId xmlns:a16="http://schemas.microsoft.com/office/drawing/2014/main" id="{AE0FC899-29FD-6D7F-DA77-A4C55BCB25BD}"/>
              </a:ext>
            </a:extLst>
          </p:cNvPr>
          <p:cNvSpPr txBox="1"/>
          <p:nvPr/>
        </p:nvSpPr>
        <p:spPr>
          <a:xfrm>
            <a:off x="547610" y="1095763"/>
            <a:ext cx="10339465" cy="369332"/>
          </a:xfrm>
          <a:prstGeom prst="rect">
            <a:avLst/>
          </a:prstGeom>
          <a:noFill/>
        </p:spPr>
        <p:txBody>
          <a:bodyPr wrap="square">
            <a:spAutoFit/>
          </a:bodyPr>
          <a:lstStyle/>
          <a:p>
            <a:r>
              <a:rPr lang="en-US"/>
              <a:t>Published notifications are sent to the </a:t>
            </a:r>
            <a:r>
              <a:rPr lang="en-US" b="1"/>
              <a:t>Author</a:t>
            </a:r>
            <a:r>
              <a:rPr lang="en-US"/>
              <a:t> and </a:t>
            </a:r>
            <a:r>
              <a:rPr lang="en-US" b="1"/>
              <a:t>Ownership Group </a:t>
            </a:r>
            <a:r>
              <a:rPr lang="en-US"/>
              <a:t>that the article was published.</a:t>
            </a:r>
          </a:p>
        </p:txBody>
      </p:sp>
    </p:spTree>
    <p:extLst>
      <p:ext uri="{BB962C8B-B14F-4D97-AF65-F5344CB8AC3E}">
        <p14:creationId xmlns:p14="http://schemas.microsoft.com/office/powerpoint/2010/main" val="519131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104C-0055-9A47-4898-37E33B8B2BAE}"/>
              </a:ext>
            </a:extLst>
          </p:cNvPr>
          <p:cNvSpPr>
            <a:spLocks noGrp="1"/>
          </p:cNvSpPr>
          <p:nvPr>
            <p:ph type="title"/>
          </p:nvPr>
        </p:nvSpPr>
        <p:spPr/>
        <p:txBody>
          <a:bodyPr>
            <a:normAutofit/>
          </a:bodyPr>
          <a:lstStyle/>
          <a:p>
            <a:r>
              <a:rPr lang="en-US" sz="4000"/>
              <a:t>Expiry Notification</a:t>
            </a:r>
          </a:p>
        </p:txBody>
      </p:sp>
      <p:pic>
        <p:nvPicPr>
          <p:cNvPr id="7" name="Picture 6" descr="Graphical user interface, text, application, email&#10;&#10;AI-generated content may be incorrect.">
            <a:extLst>
              <a:ext uri="{FF2B5EF4-FFF2-40B4-BE49-F238E27FC236}">
                <a16:creationId xmlns:a16="http://schemas.microsoft.com/office/drawing/2014/main" id="{5811FE7D-B432-EBDE-C4F1-D389B69CFB16}"/>
              </a:ext>
            </a:extLst>
          </p:cNvPr>
          <p:cNvPicPr>
            <a:picLocks noChangeAspect="1"/>
          </p:cNvPicPr>
          <p:nvPr/>
        </p:nvPicPr>
        <p:blipFill>
          <a:blip r:embed="rId4"/>
          <a:stretch>
            <a:fillRect/>
          </a:stretch>
        </p:blipFill>
        <p:spPr>
          <a:xfrm>
            <a:off x="6202326" y="2342604"/>
            <a:ext cx="5493488" cy="2827872"/>
          </a:xfrm>
          <a:prstGeom prst="rect">
            <a:avLst/>
          </a:prstGeom>
          <a:ln>
            <a:solidFill>
              <a:schemeClr val="accent1"/>
            </a:solidFill>
          </a:ln>
        </p:spPr>
      </p:pic>
      <p:pic>
        <p:nvPicPr>
          <p:cNvPr id="9" name="Picture 8">
            <a:extLst>
              <a:ext uri="{FF2B5EF4-FFF2-40B4-BE49-F238E27FC236}">
                <a16:creationId xmlns:a16="http://schemas.microsoft.com/office/drawing/2014/main" id="{BED322DA-BB2D-3AA3-D7D3-AB35BADF90E3}"/>
              </a:ext>
            </a:extLst>
          </p:cNvPr>
          <p:cNvPicPr>
            <a:picLocks noChangeAspect="1"/>
          </p:cNvPicPr>
          <p:nvPr/>
        </p:nvPicPr>
        <p:blipFill>
          <a:blip r:embed="rId5"/>
          <a:stretch>
            <a:fillRect/>
          </a:stretch>
        </p:blipFill>
        <p:spPr>
          <a:xfrm>
            <a:off x="496186" y="2342604"/>
            <a:ext cx="5363390" cy="2811022"/>
          </a:xfrm>
          <a:prstGeom prst="rect">
            <a:avLst/>
          </a:prstGeom>
          <a:ln>
            <a:solidFill>
              <a:schemeClr val="accent1"/>
            </a:solidFill>
          </a:ln>
        </p:spPr>
      </p:pic>
      <p:sp>
        <p:nvSpPr>
          <p:cNvPr id="3" name="TextBox 2">
            <a:extLst>
              <a:ext uri="{FF2B5EF4-FFF2-40B4-BE49-F238E27FC236}">
                <a16:creationId xmlns:a16="http://schemas.microsoft.com/office/drawing/2014/main" id="{9198B2F2-993E-F361-16FC-7BC50D758C3D}"/>
              </a:ext>
            </a:extLst>
          </p:cNvPr>
          <p:cNvSpPr txBox="1"/>
          <p:nvPr/>
        </p:nvSpPr>
        <p:spPr>
          <a:xfrm>
            <a:off x="371475" y="875393"/>
            <a:ext cx="10635716" cy="646331"/>
          </a:xfrm>
          <a:prstGeom prst="rect">
            <a:avLst/>
          </a:prstGeom>
          <a:noFill/>
        </p:spPr>
        <p:txBody>
          <a:bodyPr wrap="square" rtlCol="0">
            <a:spAutoFit/>
          </a:bodyPr>
          <a:lstStyle/>
          <a:p>
            <a:r>
              <a:rPr lang="en-US" dirty="0"/>
              <a:t>For the IT Knowledge Base: </a:t>
            </a:r>
          </a:p>
          <a:p>
            <a:r>
              <a:rPr lang="en-US" dirty="0"/>
              <a:t>Expiration notifications will continue to be sent to the </a:t>
            </a:r>
            <a:r>
              <a:rPr lang="en-US" b="1" dirty="0"/>
              <a:t>Ownership Group </a:t>
            </a:r>
            <a:r>
              <a:rPr lang="en-US" dirty="0"/>
              <a:t>based on the Valid To date.</a:t>
            </a:r>
          </a:p>
        </p:txBody>
      </p:sp>
      <p:sp>
        <p:nvSpPr>
          <p:cNvPr id="10" name="TextBox 9">
            <a:extLst>
              <a:ext uri="{FF2B5EF4-FFF2-40B4-BE49-F238E27FC236}">
                <a16:creationId xmlns:a16="http://schemas.microsoft.com/office/drawing/2014/main" id="{329E81DB-F0B3-A331-C0A0-1B488C34371D}"/>
              </a:ext>
            </a:extLst>
          </p:cNvPr>
          <p:cNvSpPr txBox="1"/>
          <p:nvPr/>
        </p:nvSpPr>
        <p:spPr>
          <a:xfrm>
            <a:off x="496186" y="1973272"/>
            <a:ext cx="4147289" cy="369332"/>
          </a:xfrm>
          <a:prstGeom prst="rect">
            <a:avLst/>
          </a:prstGeom>
          <a:noFill/>
        </p:spPr>
        <p:txBody>
          <a:bodyPr wrap="none" rtlCol="0">
            <a:spAutoFit/>
          </a:bodyPr>
          <a:lstStyle/>
          <a:p>
            <a:r>
              <a:rPr lang="en-US"/>
              <a:t>Notification for articles that </a:t>
            </a:r>
            <a:r>
              <a:rPr lang="en-US" b="1"/>
              <a:t>will expire.</a:t>
            </a:r>
          </a:p>
        </p:txBody>
      </p:sp>
      <p:sp>
        <p:nvSpPr>
          <p:cNvPr id="12" name="TextBox 11">
            <a:extLst>
              <a:ext uri="{FF2B5EF4-FFF2-40B4-BE49-F238E27FC236}">
                <a16:creationId xmlns:a16="http://schemas.microsoft.com/office/drawing/2014/main" id="{56B12C89-FFB4-FA51-C08A-36CAD14F5F65}"/>
              </a:ext>
            </a:extLst>
          </p:cNvPr>
          <p:cNvSpPr txBox="1"/>
          <p:nvPr/>
        </p:nvSpPr>
        <p:spPr>
          <a:xfrm>
            <a:off x="6096000" y="1973272"/>
            <a:ext cx="4262705" cy="369332"/>
          </a:xfrm>
          <a:prstGeom prst="rect">
            <a:avLst/>
          </a:prstGeom>
          <a:noFill/>
        </p:spPr>
        <p:txBody>
          <a:bodyPr wrap="none" rtlCol="0">
            <a:spAutoFit/>
          </a:bodyPr>
          <a:lstStyle/>
          <a:p>
            <a:r>
              <a:rPr lang="en-US"/>
              <a:t>Notification for articles that </a:t>
            </a:r>
            <a:r>
              <a:rPr lang="en-US" b="1"/>
              <a:t>are expired</a:t>
            </a:r>
            <a:r>
              <a:rPr lang="en-US"/>
              <a:t>.</a:t>
            </a:r>
          </a:p>
        </p:txBody>
      </p:sp>
    </p:spTree>
    <p:extLst>
      <p:ext uri="{BB962C8B-B14F-4D97-AF65-F5344CB8AC3E}">
        <p14:creationId xmlns:p14="http://schemas.microsoft.com/office/powerpoint/2010/main" val="3456652994"/>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06AC-BEB9-3F84-EA38-308B88847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36C8C-2053-BB55-C2DE-1F286E1FF6D8}"/>
              </a:ext>
            </a:extLst>
          </p:cNvPr>
          <p:cNvSpPr>
            <a:spLocks noGrp="1"/>
          </p:cNvSpPr>
          <p:nvPr>
            <p:ph type="title"/>
          </p:nvPr>
        </p:nvSpPr>
        <p:spPr/>
        <p:txBody>
          <a:bodyPr>
            <a:normAutofit/>
          </a:bodyPr>
          <a:lstStyle/>
          <a:p>
            <a:r>
              <a:rPr lang="en-US" sz="4000"/>
              <a:t>Feedback Notification</a:t>
            </a:r>
          </a:p>
        </p:txBody>
      </p:sp>
      <p:pic>
        <p:nvPicPr>
          <p:cNvPr id="6" name="Picture 5" descr="Text&#10;&#10;AI-generated content may be incorrect.">
            <a:extLst>
              <a:ext uri="{FF2B5EF4-FFF2-40B4-BE49-F238E27FC236}">
                <a16:creationId xmlns:a16="http://schemas.microsoft.com/office/drawing/2014/main" id="{BDF93619-480D-5170-5025-C7CB2DAB751A}"/>
              </a:ext>
            </a:extLst>
          </p:cNvPr>
          <p:cNvPicPr>
            <a:picLocks noChangeAspect="1"/>
          </p:cNvPicPr>
          <p:nvPr/>
        </p:nvPicPr>
        <p:blipFill>
          <a:blip r:embed="rId3"/>
          <a:stretch>
            <a:fillRect/>
          </a:stretch>
        </p:blipFill>
        <p:spPr>
          <a:xfrm>
            <a:off x="3633525" y="3241237"/>
            <a:ext cx="4427701" cy="1545403"/>
          </a:xfrm>
          <a:prstGeom prst="rect">
            <a:avLst/>
          </a:prstGeom>
        </p:spPr>
      </p:pic>
      <p:pic>
        <p:nvPicPr>
          <p:cNvPr id="10" name="Picture 9" descr="Graphical user interface, text, application, Word&#10;&#10;AI-generated content may be incorrect.">
            <a:extLst>
              <a:ext uri="{FF2B5EF4-FFF2-40B4-BE49-F238E27FC236}">
                <a16:creationId xmlns:a16="http://schemas.microsoft.com/office/drawing/2014/main" id="{90F280AE-2ED9-4D09-2F3B-39CCF68BD279}"/>
              </a:ext>
            </a:extLst>
          </p:cNvPr>
          <p:cNvPicPr>
            <a:picLocks noChangeAspect="1"/>
          </p:cNvPicPr>
          <p:nvPr/>
        </p:nvPicPr>
        <p:blipFill>
          <a:blip r:embed="rId4"/>
          <a:stretch>
            <a:fillRect/>
          </a:stretch>
        </p:blipFill>
        <p:spPr>
          <a:xfrm>
            <a:off x="2960898" y="2144444"/>
            <a:ext cx="5772956" cy="724001"/>
          </a:xfrm>
          <a:prstGeom prst="rect">
            <a:avLst/>
          </a:prstGeom>
        </p:spPr>
      </p:pic>
      <p:sp>
        <p:nvSpPr>
          <p:cNvPr id="9" name="TextBox 8">
            <a:extLst>
              <a:ext uri="{FF2B5EF4-FFF2-40B4-BE49-F238E27FC236}">
                <a16:creationId xmlns:a16="http://schemas.microsoft.com/office/drawing/2014/main" id="{5D46CFE0-DA5B-2C3D-2661-9E6EFB4B99F0}"/>
              </a:ext>
            </a:extLst>
          </p:cNvPr>
          <p:cNvSpPr txBox="1"/>
          <p:nvPr/>
        </p:nvSpPr>
        <p:spPr>
          <a:xfrm>
            <a:off x="371475" y="1081888"/>
            <a:ext cx="10525473" cy="369332"/>
          </a:xfrm>
          <a:prstGeom prst="rect">
            <a:avLst/>
          </a:prstGeom>
          <a:noFill/>
        </p:spPr>
        <p:txBody>
          <a:bodyPr wrap="square">
            <a:spAutoFit/>
          </a:bodyPr>
          <a:lstStyle/>
          <a:p>
            <a:r>
              <a:rPr lang="en-US"/>
              <a:t>Feedback Notifications go to the </a:t>
            </a:r>
            <a:r>
              <a:rPr lang="en-US" b="1"/>
              <a:t>Author</a:t>
            </a:r>
            <a:r>
              <a:rPr lang="en-US"/>
              <a:t>, the </a:t>
            </a:r>
            <a:r>
              <a:rPr lang="en-US" b="1"/>
              <a:t>Ownership Group</a:t>
            </a:r>
            <a:r>
              <a:rPr lang="en-US"/>
              <a:t>, and the </a:t>
            </a:r>
            <a:r>
              <a:rPr lang="en-US" b="1"/>
              <a:t>user</a:t>
            </a:r>
            <a:r>
              <a:rPr lang="en-US"/>
              <a:t> who left the feedback.</a:t>
            </a:r>
          </a:p>
        </p:txBody>
      </p:sp>
      <p:sp>
        <p:nvSpPr>
          <p:cNvPr id="12" name="Rectangle 11">
            <a:extLst>
              <a:ext uri="{FF2B5EF4-FFF2-40B4-BE49-F238E27FC236}">
                <a16:creationId xmlns:a16="http://schemas.microsoft.com/office/drawing/2014/main" id="{AC8B9170-D105-0C3D-E5E5-A9138ED0CE96}"/>
              </a:ext>
            </a:extLst>
          </p:cNvPr>
          <p:cNvSpPr/>
          <p:nvPr/>
        </p:nvSpPr>
        <p:spPr>
          <a:xfrm>
            <a:off x="3122869" y="2005566"/>
            <a:ext cx="5772955" cy="3168503"/>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6481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text, application, email&#10;&#10;AI-generated content may be incorrect.">
            <a:extLst>
              <a:ext uri="{FF2B5EF4-FFF2-40B4-BE49-F238E27FC236}">
                <a16:creationId xmlns:a16="http://schemas.microsoft.com/office/drawing/2014/main" id="{D9662FE2-C5C4-38C5-81F6-B213057C11C7}"/>
              </a:ext>
            </a:extLst>
          </p:cNvPr>
          <p:cNvPicPr>
            <a:picLocks noGrp="1" noChangeAspect="1"/>
          </p:cNvPicPr>
          <p:nvPr>
            <p:ph idx="1"/>
          </p:nvPr>
        </p:nvPicPr>
        <p:blipFill>
          <a:blip r:embed="rId3"/>
          <a:stretch>
            <a:fillRect/>
          </a:stretch>
        </p:blipFill>
        <p:spPr>
          <a:xfrm>
            <a:off x="608470" y="2285840"/>
            <a:ext cx="5382376" cy="2286319"/>
          </a:xfrm>
          <a:prstGeom prst="rect">
            <a:avLst/>
          </a:prstGeom>
          <a:noFill/>
          <a:ln>
            <a:noFill/>
          </a:ln>
        </p:spPr>
      </p:pic>
      <p:sp>
        <p:nvSpPr>
          <p:cNvPr id="2" name="Title 1">
            <a:extLst>
              <a:ext uri="{FF2B5EF4-FFF2-40B4-BE49-F238E27FC236}">
                <a16:creationId xmlns:a16="http://schemas.microsoft.com/office/drawing/2014/main" id="{B7E55AD6-A78D-2AD0-B812-65E71F35C1B7}"/>
              </a:ext>
            </a:extLst>
          </p:cNvPr>
          <p:cNvSpPr>
            <a:spLocks noGrp="1"/>
          </p:cNvSpPr>
          <p:nvPr>
            <p:ph type="title"/>
          </p:nvPr>
        </p:nvSpPr>
        <p:spPr/>
        <p:txBody>
          <a:bodyPr>
            <a:normAutofit/>
          </a:bodyPr>
          <a:lstStyle/>
          <a:p>
            <a:r>
              <a:rPr lang="en-US" sz="4000"/>
              <a:t>Subscription Notification</a:t>
            </a:r>
          </a:p>
        </p:txBody>
      </p:sp>
      <p:pic>
        <p:nvPicPr>
          <p:cNvPr id="7" name="Picture 6" descr="Graphical user interface, text, application&#10;&#10;AI-generated content may be incorrect.">
            <a:extLst>
              <a:ext uri="{FF2B5EF4-FFF2-40B4-BE49-F238E27FC236}">
                <a16:creationId xmlns:a16="http://schemas.microsoft.com/office/drawing/2014/main" id="{F00B4A4C-6F0C-BBF7-3E4B-5F96510C101C}"/>
              </a:ext>
            </a:extLst>
          </p:cNvPr>
          <p:cNvPicPr>
            <a:picLocks noChangeAspect="1"/>
          </p:cNvPicPr>
          <p:nvPr/>
        </p:nvPicPr>
        <p:blipFill>
          <a:blip r:embed="rId4"/>
          <a:stretch>
            <a:fillRect/>
          </a:stretch>
        </p:blipFill>
        <p:spPr>
          <a:xfrm>
            <a:off x="608470" y="4706923"/>
            <a:ext cx="5382376" cy="847843"/>
          </a:xfrm>
          <a:prstGeom prst="rect">
            <a:avLst/>
          </a:prstGeom>
        </p:spPr>
      </p:pic>
      <p:pic>
        <p:nvPicPr>
          <p:cNvPr id="9" name="Picture 8" descr="Graphical user interface, text, application, email&#10;&#10;AI-generated content may be incorrect.">
            <a:extLst>
              <a:ext uri="{FF2B5EF4-FFF2-40B4-BE49-F238E27FC236}">
                <a16:creationId xmlns:a16="http://schemas.microsoft.com/office/drawing/2014/main" id="{3FBB17B4-75D2-07AF-7DD6-D3C0E097832F}"/>
              </a:ext>
            </a:extLst>
          </p:cNvPr>
          <p:cNvPicPr>
            <a:picLocks noChangeAspect="1"/>
          </p:cNvPicPr>
          <p:nvPr/>
        </p:nvPicPr>
        <p:blipFill>
          <a:blip r:embed="rId5"/>
          <a:stretch>
            <a:fillRect/>
          </a:stretch>
        </p:blipFill>
        <p:spPr>
          <a:xfrm>
            <a:off x="6313273" y="2158409"/>
            <a:ext cx="4989135" cy="3606008"/>
          </a:xfrm>
          <a:prstGeom prst="rect">
            <a:avLst/>
          </a:prstGeom>
          <a:ln>
            <a:solidFill>
              <a:schemeClr val="accent1"/>
            </a:solidFill>
          </a:ln>
        </p:spPr>
      </p:pic>
      <p:sp>
        <p:nvSpPr>
          <p:cNvPr id="4" name="TextBox 3">
            <a:extLst>
              <a:ext uri="{FF2B5EF4-FFF2-40B4-BE49-F238E27FC236}">
                <a16:creationId xmlns:a16="http://schemas.microsoft.com/office/drawing/2014/main" id="{298914D8-EAD6-5574-9EA3-148F3766C4E5}"/>
              </a:ext>
            </a:extLst>
          </p:cNvPr>
          <p:cNvSpPr txBox="1"/>
          <p:nvPr/>
        </p:nvSpPr>
        <p:spPr>
          <a:xfrm>
            <a:off x="608470" y="835610"/>
            <a:ext cx="10515600" cy="923330"/>
          </a:xfrm>
          <a:prstGeom prst="rect">
            <a:avLst/>
          </a:prstGeom>
          <a:noFill/>
        </p:spPr>
        <p:txBody>
          <a:bodyPr wrap="square">
            <a:spAutoFit/>
          </a:bodyPr>
          <a:lstStyle/>
          <a:p>
            <a:r>
              <a:rPr lang="en-US"/>
              <a:t>The ServiceNow subscription-based notification system sends emails to users if they are subscribed. </a:t>
            </a:r>
          </a:p>
          <a:p>
            <a:pPr marL="285750" indent="-285750">
              <a:buFont typeface="Arial" panose="020B0604020202020204" pitchFamily="34" charset="0"/>
              <a:buChar char="•"/>
            </a:pPr>
            <a:r>
              <a:rPr lang="en-US"/>
              <a:t>The subject starts with “Reg:”</a:t>
            </a:r>
          </a:p>
          <a:p>
            <a:pPr marL="285750" indent="-285750">
              <a:buFont typeface="Arial" panose="020B0604020202020204" pitchFamily="34" charset="0"/>
              <a:buChar char="•"/>
            </a:pPr>
            <a:r>
              <a:rPr lang="en-US"/>
              <a:t>Users can unsubscribe to notifications they don’t want.</a:t>
            </a:r>
          </a:p>
        </p:txBody>
      </p:sp>
      <p:sp>
        <p:nvSpPr>
          <p:cNvPr id="6" name="Rectangle 5">
            <a:extLst>
              <a:ext uri="{FF2B5EF4-FFF2-40B4-BE49-F238E27FC236}">
                <a16:creationId xmlns:a16="http://schemas.microsoft.com/office/drawing/2014/main" id="{C0940137-A8AC-B624-DAB8-25C307601C3C}"/>
              </a:ext>
            </a:extLst>
          </p:cNvPr>
          <p:cNvSpPr/>
          <p:nvPr/>
        </p:nvSpPr>
        <p:spPr>
          <a:xfrm>
            <a:off x="499730" y="2158409"/>
            <a:ext cx="5596270" cy="3604541"/>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1677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20D05A-8AFE-FC4A-CB69-AE97834F4642}"/>
              </a:ext>
            </a:extLst>
          </p:cNvPr>
          <p:cNvSpPr>
            <a:spLocks noGrp="1"/>
          </p:cNvSpPr>
          <p:nvPr>
            <p:ph idx="1"/>
          </p:nvPr>
        </p:nvSpPr>
        <p:spPr>
          <a:xfrm>
            <a:off x="371475" y="978747"/>
            <a:ext cx="4934055" cy="4847719"/>
          </a:xfrm>
        </p:spPr>
        <p:txBody>
          <a:bodyPr>
            <a:normAutofit/>
          </a:bodyPr>
          <a:lstStyle/>
          <a:p>
            <a:r>
              <a:rPr lang="en-US" sz="1600" dirty="0"/>
              <a:t>To Unsubscribe:</a:t>
            </a:r>
          </a:p>
          <a:p>
            <a:pPr marL="342900" indent="-342900">
              <a:buFont typeface="Arial" panose="020B0604020202020204" pitchFamily="34" charset="0"/>
              <a:buChar char="•"/>
            </a:pPr>
            <a:r>
              <a:rPr lang="en-US" sz="1600" dirty="0"/>
              <a:t>Click your initials</a:t>
            </a:r>
          </a:p>
          <a:p>
            <a:pPr marL="342900" indent="-342900">
              <a:buFont typeface="Arial" panose="020B0604020202020204" pitchFamily="34" charset="0"/>
              <a:buChar char="•"/>
            </a:pPr>
            <a:r>
              <a:rPr lang="en-US" sz="1600" dirty="0"/>
              <a:t>Go to Preferences &gt; Notifications</a:t>
            </a:r>
          </a:p>
          <a:p>
            <a:pPr marL="342900" indent="-342900">
              <a:buFont typeface="Arial" panose="020B0604020202020204" pitchFamily="34" charset="0"/>
              <a:buChar char="•"/>
            </a:pPr>
            <a:r>
              <a:rPr lang="en-US" sz="1600" dirty="0"/>
              <a:t>Click on Advanced Preferences</a:t>
            </a:r>
          </a:p>
          <a:p>
            <a:pPr marL="342900" indent="-342900">
              <a:buFont typeface="Arial" panose="020B0604020202020204" pitchFamily="34" charset="0"/>
              <a:buChar char="•"/>
            </a:pPr>
            <a:r>
              <a:rPr lang="en-US" sz="1600" dirty="0"/>
              <a:t>A new tab will open</a:t>
            </a:r>
          </a:p>
          <a:p>
            <a:pPr marL="342900" indent="-342900">
              <a:buFont typeface="Arial" panose="020B0604020202020204" pitchFamily="34" charset="0"/>
              <a:buChar char="•"/>
            </a:pPr>
            <a:r>
              <a:rPr lang="en-US" sz="1600" dirty="0"/>
              <a:t>Filter by Knowledge</a:t>
            </a:r>
          </a:p>
          <a:p>
            <a:pPr marL="342900" indent="-342900">
              <a:buFont typeface="Arial" panose="020B0604020202020204" pitchFamily="34" charset="0"/>
              <a:buChar char="•"/>
            </a:pPr>
            <a:r>
              <a:rPr lang="en-US" sz="1600" dirty="0"/>
              <a:t>There are 4 sections: Approval, Submission, Feedback, and User triggered.</a:t>
            </a:r>
          </a:p>
          <a:p>
            <a:pPr marL="342900" indent="-342900">
              <a:buFont typeface="Arial" panose="020B0604020202020204" pitchFamily="34" charset="0"/>
              <a:buChar char="•"/>
            </a:pPr>
            <a:r>
              <a:rPr lang="en-US" sz="1600" dirty="0"/>
              <a:t>Toggle off the ones you don’t wish to receive.</a:t>
            </a:r>
          </a:p>
          <a:p>
            <a:endParaRPr lang="en-US" sz="1600" dirty="0"/>
          </a:p>
          <a:p>
            <a:r>
              <a:rPr lang="en-US" sz="1600" dirty="0"/>
              <a:t>*Note that this only affects the emails starting with Reg:</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a:p>
            <a:endParaRPr lang="en-US" sz="1600" dirty="0"/>
          </a:p>
        </p:txBody>
      </p:sp>
      <p:sp>
        <p:nvSpPr>
          <p:cNvPr id="3" name="Title 2">
            <a:extLst>
              <a:ext uri="{FF2B5EF4-FFF2-40B4-BE49-F238E27FC236}">
                <a16:creationId xmlns:a16="http://schemas.microsoft.com/office/drawing/2014/main" id="{999589B5-BE8B-8550-B958-188B9BA7C447}"/>
              </a:ext>
            </a:extLst>
          </p:cNvPr>
          <p:cNvSpPr>
            <a:spLocks noGrp="1"/>
          </p:cNvSpPr>
          <p:nvPr>
            <p:ph type="title"/>
          </p:nvPr>
        </p:nvSpPr>
        <p:spPr/>
        <p:txBody>
          <a:bodyPr>
            <a:normAutofit fontScale="90000"/>
          </a:bodyPr>
          <a:lstStyle/>
          <a:p>
            <a:r>
              <a:rPr lang="en-US" sz="3600"/>
              <a:t>Unsubscribe from the Subscription Notifications</a:t>
            </a:r>
          </a:p>
        </p:txBody>
      </p:sp>
      <p:pic>
        <p:nvPicPr>
          <p:cNvPr id="9" name="Picture 8">
            <a:extLst>
              <a:ext uri="{FF2B5EF4-FFF2-40B4-BE49-F238E27FC236}">
                <a16:creationId xmlns:a16="http://schemas.microsoft.com/office/drawing/2014/main" id="{7B91D873-DE0B-0CD1-4EFA-6B627D3DC564}"/>
              </a:ext>
            </a:extLst>
          </p:cNvPr>
          <p:cNvPicPr>
            <a:picLocks noChangeAspect="1"/>
          </p:cNvPicPr>
          <p:nvPr/>
        </p:nvPicPr>
        <p:blipFill>
          <a:blip r:embed="rId2"/>
          <a:stretch>
            <a:fillRect/>
          </a:stretch>
        </p:blipFill>
        <p:spPr>
          <a:xfrm>
            <a:off x="5391176" y="1456233"/>
            <a:ext cx="6027528" cy="1480069"/>
          </a:xfrm>
          <a:prstGeom prst="rect">
            <a:avLst/>
          </a:prstGeom>
        </p:spPr>
      </p:pic>
      <p:pic>
        <p:nvPicPr>
          <p:cNvPr id="7" name="Picture 6">
            <a:extLst>
              <a:ext uri="{FF2B5EF4-FFF2-40B4-BE49-F238E27FC236}">
                <a16:creationId xmlns:a16="http://schemas.microsoft.com/office/drawing/2014/main" id="{D0CAF0A4-530C-D62D-B421-35CC9DD0C587}"/>
              </a:ext>
            </a:extLst>
          </p:cNvPr>
          <p:cNvPicPr>
            <a:picLocks noChangeAspect="1"/>
          </p:cNvPicPr>
          <p:nvPr/>
        </p:nvPicPr>
        <p:blipFill>
          <a:blip r:embed="rId3"/>
          <a:stretch>
            <a:fillRect/>
          </a:stretch>
        </p:blipFill>
        <p:spPr>
          <a:xfrm>
            <a:off x="4567386" y="978747"/>
            <a:ext cx="1647580" cy="1311452"/>
          </a:xfrm>
          <a:prstGeom prst="rect">
            <a:avLst/>
          </a:prstGeom>
        </p:spPr>
      </p:pic>
      <p:pic>
        <p:nvPicPr>
          <p:cNvPr id="12" name="Picture 11">
            <a:extLst>
              <a:ext uri="{FF2B5EF4-FFF2-40B4-BE49-F238E27FC236}">
                <a16:creationId xmlns:a16="http://schemas.microsoft.com/office/drawing/2014/main" id="{4A6DE1D0-3C2B-8D9F-ECFE-8E03B03A631D}"/>
              </a:ext>
            </a:extLst>
          </p:cNvPr>
          <p:cNvPicPr>
            <a:picLocks noChangeAspect="1"/>
          </p:cNvPicPr>
          <p:nvPr/>
        </p:nvPicPr>
        <p:blipFill>
          <a:blip r:embed="rId4"/>
          <a:stretch>
            <a:fillRect/>
          </a:stretch>
        </p:blipFill>
        <p:spPr>
          <a:xfrm>
            <a:off x="6368707" y="3123103"/>
            <a:ext cx="3848517" cy="2841014"/>
          </a:xfrm>
          <a:prstGeom prst="rect">
            <a:avLst/>
          </a:prstGeom>
        </p:spPr>
      </p:pic>
    </p:spTree>
    <p:extLst>
      <p:ext uri="{BB962C8B-B14F-4D97-AF65-F5344CB8AC3E}">
        <p14:creationId xmlns:p14="http://schemas.microsoft.com/office/powerpoint/2010/main" val="3785188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B6A30F-B06A-2E3C-F754-37FE91CD5A7B}"/>
              </a:ext>
            </a:extLst>
          </p:cNvPr>
          <p:cNvSpPr>
            <a:spLocks noGrp="1"/>
          </p:cNvSpPr>
          <p:nvPr>
            <p:ph idx="1"/>
          </p:nvPr>
        </p:nvSpPr>
        <p:spPr>
          <a:xfrm>
            <a:off x="838200" y="228600"/>
            <a:ext cx="10515600" cy="5753100"/>
          </a:xfrm>
        </p:spPr>
        <p:txBody>
          <a:bodyPr anchor="ctr">
            <a:normAutofit/>
          </a:bodyPr>
          <a:lstStyle/>
          <a:p>
            <a:pPr algn="ctr"/>
            <a:r>
              <a:rPr lang="en-US" sz="4000" b="1" dirty="0"/>
              <a:t>Call to Action:</a:t>
            </a:r>
          </a:p>
          <a:p>
            <a:pPr algn="ctr"/>
            <a:endParaRPr lang="en-US" sz="4000" b="1" dirty="0"/>
          </a:p>
          <a:p>
            <a:pPr algn="ctr"/>
            <a:r>
              <a:rPr lang="en-US" sz="3600" dirty="0"/>
              <a:t>Try out the Knowledge Base on the CAT Instance</a:t>
            </a:r>
          </a:p>
          <a:p>
            <a:pPr algn="ctr"/>
            <a:r>
              <a:rPr lang="en-US" sz="3600" dirty="0">
                <a:hlinkClick r:id="rId2"/>
              </a:rPr>
              <a:t>https://uspstest.servicenowservices.com/</a:t>
            </a:r>
            <a:endParaRPr lang="en-US" sz="3600" dirty="0"/>
          </a:p>
          <a:p>
            <a:pPr algn="ctr"/>
            <a:endParaRPr lang="en-US" sz="3600" dirty="0"/>
          </a:p>
          <a:p>
            <a:pPr algn="ctr"/>
            <a:r>
              <a:rPr lang="en-US" sz="3600" dirty="0"/>
              <a:t>Report any issues to </a:t>
            </a:r>
            <a:r>
              <a:rPr lang="en-US" sz="3600" dirty="0">
                <a:hlinkClick r:id="rId3"/>
              </a:rPr>
              <a:t>ServiceNowSupportManagers@usps.gov</a:t>
            </a:r>
            <a:endParaRPr lang="en-US" sz="3600" dirty="0"/>
          </a:p>
        </p:txBody>
      </p:sp>
    </p:spTree>
    <p:extLst>
      <p:ext uri="{BB962C8B-B14F-4D97-AF65-F5344CB8AC3E}">
        <p14:creationId xmlns:p14="http://schemas.microsoft.com/office/powerpoint/2010/main" val="1214533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D7AA-E8C4-7EAE-A187-5FE88B5849C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10EAF0-DF9D-79BD-5BBA-E994EBE5304E}"/>
              </a:ext>
            </a:extLst>
          </p:cNvPr>
          <p:cNvSpPr>
            <a:spLocks noGrp="1"/>
          </p:cNvSpPr>
          <p:nvPr>
            <p:ph idx="1"/>
          </p:nvPr>
        </p:nvSpPr>
        <p:spPr>
          <a:xfrm>
            <a:off x="838200" y="904319"/>
            <a:ext cx="10515600" cy="4847719"/>
          </a:xfrm>
        </p:spPr>
        <p:txBody>
          <a:bodyPr anchor="ctr">
            <a:normAutofit/>
          </a:bodyPr>
          <a:lstStyle/>
          <a:p>
            <a:pPr algn="ctr"/>
            <a:r>
              <a:rPr lang="en-US" sz="4000"/>
              <a:t>Comments or Questions?</a:t>
            </a:r>
          </a:p>
        </p:txBody>
      </p:sp>
    </p:spTree>
    <p:extLst>
      <p:ext uri="{BB962C8B-B14F-4D97-AF65-F5344CB8AC3E}">
        <p14:creationId xmlns:p14="http://schemas.microsoft.com/office/powerpoint/2010/main" val="1469145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D174071-1D2D-45DD-4AB8-257AD065A0F0}"/>
              </a:ext>
            </a:extLst>
          </p:cNvPr>
          <p:cNvSpPr>
            <a:spLocks noGrp="1"/>
          </p:cNvSpPr>
          <p:nvPr>
            <p:ph type="body" idx="1"/>
          </p:nvPr>
        </p:nvSpPr>
        <p:spPr/>
        <p:txBody>
          <a:bodyPr/>
          <a:lstStyle/>
          <a:p>
            <a:r>
              <a:rPr lang="en-US"/>
              <a:t>Appendix</a:t>
            </a:r>
          </a:p>
        </p:txBody>
      </p:sp>
    </p:spTree>
    <p:extLst>
      <p:ext uri="{BB962C8B-B14F-4D97-AF65-F5344CB8AC3E}">
        <p14:creationId xmlns:p14="http://schemas.microsoft.com/office/powerpoint/2010/main" val="4190402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A723-2EA7-837F-EED9-170232DC396D}"/>
              </a:ext>
            </a:extLst>
          </p:cNvPr>
          <p:cNvSpPr>
            <a:spLocks noGrp="1"/>
          </p:cNvSpPr>
          <p:nvPr>
            <p:ph type="title"/>
          </p:nvPr>
        </p:nvSpPr>
        <p:spPr/>
        <p:txBody>
          <a:bodyPr>
            <a:normAutofit/>
          </a:bodyPr>
          <a:lstStyle/>
          <a:p>
            <a:r>
              <a:rPr lang="en-US" sz="4000"/>
              <a:t>Updated Form</a:t>
            </a:r>
          </a:p>
        </p:txBody>
      </p:sp>
      <p:pic>
        <p:nvPicPr>
          <p:cNvPr id="5" name="Picture 4" descr="Graphical user interface&#10;&#10;AI-generated content may be incorrect.">
            <a:extLst>
              <a:ext uri="{FF2B5EF4-FFF2-40B4-BE49-F238E27FC236}">
                <a16:creationId xmlns:a16="http://schemas.microsoft.com/office/drawing/2014/main" id="{3DA7F417-B453-2F40-501F-AECA5C37552D}"/>
              </a:ext>
            </a:extLst>
          </p:cNvPr>
          <p:cNvPicPr>
            <a:picLocks noChangeAspect="1"/>
          </p:cNvPicPr>
          <p:nvPr/>
        </p:nvPicPr>
        <p:blipFill>
          <a:blip r:embed="rId3"/>
          <a:stretch>
            <a:fillRect/>
          </a:stretch>
        </p:blipFill>
        <p:spPr>
          <a:xfrm>
            <a:off x="371475" y="1728466"/>
            <a:ext cx="5324248" cy="2952891"/>
          </a:xfrm>
          <a:prstGeom prst="rect">
            <a:avLst/>
          </a:prstGeom>
          <a:ln>
            <a:solidFill>
              <a:schemeClr val="accent1"/>
            </a:solidFill>
          </a:ln>
        </p:spPr>
      </p:pic>
      <p:pic>
        <p:nvPicPr>
          <p:cNvPr id="14" name="Picture 13">
            <a:extLst>
              <a:ext uri="{FF2B5EF4-FFF2-40B4-BE49-F238E27FC236}">
                <a16:creationId xmlns:a16="http://schemas.microsoft.com/office/drawing/2014/main" id="{6DF90AAE-9486-5F20-736B-54D47EE51286}"/>
              </a:ext>
            </a:extLst>
          </p:cNvPr>
          <p:cNvPicPr>
            <a:picLocks noChangeAspect="1"/>
          </p:cNvPicPr>
          <p:nvPr/>
        </p:nvPicPr>
        <p:blipFill>
          <a:blip r:embed="rId4"/>
          <a:srcRect t="20873" r="291" b="8926"/>
          <a:stretch>
            <a:fillRect/>
          </a:stretch>
        </p:blipFill>
        <p:spPr>
          <a:xfrm>
            <a:off x="5959801" y="1724948"/>
            <a:ext cx="5899287" cy="2956409"/>
          </a:xfrm>
          <a:prstGeom prst="rect">
            <a:avLst/>
          </a:prstGeom>
          <a:ln>
            <a:solidFill>
              <a:schemeClr val="accent1"/>
            </a:solidFill>
          </a:ln>
        </p:spPr>
      </p:pic>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9EAC5B4B-2272-D0D1-BFCC-A3C78BB8B862}"/>
                  </a:ext>
                </a:extLst>
              </p14:cNvPr>
              <p14:cNvContentPartPr/>
              <p14:nvPr/>
            </p14:nvContentPartPr>
            <p14:xfrm>
              <a:off x="3524530" y="3357029"/>
              <a:ext cx="387720" cy="20160"/>
            </p14:xfrm>
          </p:contentPart>
        </mc:Choice>
        <mc:Fallback xmlns="">
          <p:pic>
            <p:nvPicPr>
              <p:cNvPr id="15" name="Ink 14">
                <a:extLst>
                  <a:ext uri="{FF2B5EF4-FFF2-40B4-BE49-F238E27FC236}">
                    <a16:creationId xmlns:a16="http://schemas.microsoft.com/office/drawing/2014/main" id="{9EAC5B4B-2272-D0D1-BFCC-A3C78BB8B862}"/>
                  </a:ext>
                </a:extLst>
              </p:cNvPr>
              <p:cNvPicPr/>
              <p:nvPr/>
            </p:nvPicPr>
            <p:blipFill>
              <a:blip r:embed="rId6"/>
              <a:stretch>
                <a:fillRect/>
              </a:stretch>
            </p:blipFill>
            <p:spPr>
              <a:xfrm>
                <a:off x="3470530" y="3250924"/>
                <a:ext cx="495360" cy="23201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76E97E72-F088-DA5C-4593-0BE990CD2A27}"/>
                  </a:ext>
                </a:extLst>
              </p14:cNvPr>
              <p14:cNvContentPartPr/>
              <p14:nvPr/>
            </p14:nvContentPartPr>
            <p14:xfrm>
              <a:off x="3593650" y="3897749"/>
              <a:ext cx="350640" cy="52560"/>
            </p14:xfrm>
          </p:contentPart>
        </mc:Choice>
        <mc:Fallback xmlns="">
          <p:pic>
            <p:nvPicPr>
              <p:cNvPr id="16" name="Ink 15">
                <a:extLst>
                  <a:ext uri="{FF2B5EF4-FFF2-40B4-BE49-F238E27FC236}">
                    <a16:creationId xmlns:a16="http://schemas.microsoft.com/office/drawing/2014/main" id="{76E97E72-F088-DA5C-4593-0BE990CD2A27}"/>
                  </a:ext>
                </a:extLst>
              </p:cNvPr>
              <p:cNvPicPr/>
              <p:nvPr/>
            </p:nvPicPr>
            <p:blipFill>
              <a:blip r:embed="rId8"/>
              <a:stretch>
                <a:fillRect/>
              </a:stretch>
            </p:blipFill>
            <p:spPr>
              <a:xfrm>
                <a:off x="3539650" y="3789749"/>
                <a:ext cx="45828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2EE76887-F02E-76B0-D903-E8EFAF2A4964}"/>
                  </a:ext>
                </a:extLst>
              </p14:cNvPr>
              <p14:cNvContentPartPr/>
              <p14:nvPr/>
            </p14:nvContentPartPr>
            <p14:xfrm>
              <a:off x="3282970" y="4182149"/>
              <a:ext cx="630000" cy="26640"/>
            </p14:xfrm>
          </p:contentPart>
        </mc:Choice>
        <mc:Fallback xmlns="">
          <p:pic>
            <p:nvPicPr>
              <p:cNvPr id="18" name="Ink 17">
                <a:extLst>
                  <a:ext uri="{FF2B5EF4-FFF2-40B4-BE49-F238E27FC236}">
                    <a16:creationId xmlns:a16="http://schemas.microsoft.com/office/drawing/2014/main" id="{2EE76887-F02E-76B0-D903-E8EFAF2A4964}"/>
                  </a:ext>
                </a:extLst>
              </p:cNvPr>
              <p:cNvPicPr/>
              <p:nvPr/>
            </p:nvPicPr>
            <p:blipFill>
              <a:blip r:embed="rId10"/>
              <a:stretch>
                <a:fillRect/>
              </a:stretch>
            </p:blipFill>
            <p:spPr>
              <a:xfrm>
                <a:off x="3228970" y="4074149"/>
                <a:ext cx="737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63694565-0A1F-4B92-B6B7-727591F87CB1}"/>
                  </a:ext>
                </a:extLst>
              </p14:cNvPr>
              <p14:cNvContentPartPr/>
              <p14:nvPr/>
            </p14:nvContentPartPr>
            <p14:xfrm>
              <a:off x="3576370" y="4501469"/>
              <a:ext cx="319320" cy="17640"/>
            </p14:xfrm>
          </p:contentPart>
        </mc:Choice>
        <mc:Fallback xmlns="">
          <p:pic>
            <p:nvPicPr>
              <p:cNvPr id="20" name="Ink 19">
                <a:extLst>
                  <a:ext uri="{FF2B5EF4-FFF2-40B4-BE49-F238E27FC236}">
                    <a16:creationId xmlns:a16="http://schemas.microsoft.com/office/drawing/2014/main" id="{63694565-0A1F-4B92-B6B7-727591F87CB1}"/>
                  </a:ext>
                </a:extLst>
              </p:cNvPr>
              <p:cNvPicPr/>
              <p:nvPr/>
            </p:nvPicPr>
            <p:blipFill>
              <a:blip r:embed="rId12"/>
              <a:stretch>
                <a:fillRect/>
              </a:stretch>
            </p:blipFill>
            <p:spPr>
              <a:xfrm>
                <a:off x="3522370" y="4393469"/>
                <a:ext cx="42696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4990EFDF-B30A-B850-F6C2-099619E4D70F}"/>
                  </a:ext>
                </a:extLst>
              </p14:cNvPr>
              <p14:cNvContentPartPr/>
              <p14:nvPr/>
            </p14:nvContentPartPr>
            <p14:xfrm>
              <a:off x="9264423" y="3641942"/>
              <a:ext cx="474840" cy="360"/>
            </p14:xfrm>
          </p:contentPart>
        </mc:Choice>
        <mc:Fallback xmlns="">
          <p:pic>
            <p:nvPicPr>
              <p:cNvPr id="22" name="Ink 21">
                <a:extLst>
                  <a:ext uri="{FF2B5EF4-FFF2-40B4-BE49-F238E27FC236}">
                    <a16:creationId xmlns:a16="http://schemas.microsoft.com/office/drawing/2014/main" id="{4990EFDF-B30A-B850-F6C2-099619E4D70F}"/>
                  </a:ext>
                </a:extLst>
              </p:cNvPr>
              <p:cNvPicPr/>
              <p:nvPr/>
            </p:nvPicPr>
            <p:blipFill>
              <a:blip r:embed="rId14"/>
              <a:stretch>
                <a:fillRect/>
              </a:stretch>
            </p:blipFill>
            <p:spPr>
              <a:xfrm>
                <a:off x="9210423" y="3533942"/>
                <a:ext cx="582480" cy="216000"/>
              </a:xfrm>
              <a:prstGeom prst="rect">
                <a:avLst/>
              </a:prstGeom>
            </p:spPr>
          </p:pic>
        </mc:Fallback>
      </mc:AlternateContent>
      <p:sp>
        <p:nvSpPr>
          <p:cNvPr id="7" name="TextBox 6">
            <a:extLst>
              <a:ext uri="{FF2B5EF4-FFF2-40B4-BE49-F238E27FC236}">
                <a16:creationId xmlns:a16="http://schemas.microsoft.com/office/drawing/2014/main" id="{E3CA8B13-43C6-99C7-D293-027921889B21}"/>
              </a:ext>
            </a:extLst>
          </p:cNvPr>
          <p:cNvSpPr txBox="1"/>
          <p:nvPr/>
        </p:nvSpPr>
        <p:spPr>
          <a:xfrm>
            <a:off x="371475" y="1262270"/>
            <a:ext cx="1620957" cy="369332"/>
          </a:xfrm>
          <a:prstGeom prst="rect">
            <a:avLst/>
          </a:prstGeom>
          <a:noFill/>
        </p:spPr>
        <p:txBody>
          <a:bodyPr wrap="none" rtlCol="0">
            <a:spAutoFit/>
          </a:bodyPr>
          <a:lstStyle/>
          <a:p>
            <a:r>
              <a:rPr lang="en-US"/>
              <a:t>Current State:</a:t>
            </a:r>
          </a:p>
        </p:txBody>
      </p:sp>
      <p:sp>
        <p:nvSpPr>
          <p:cNvPr id="8" name="TextBox 7">
            <a:extLst>
              <a:ext uri="{FF2B5EF4-FFF2-40B4-BE49-F238E27FC236}">
                <a16:creationId xmlns:a16="http://schemas.microsoft.com/office/drawing/2014/main" id="{75F3AD4B-FE7C-0313-6016-3637B2425BA6}"/>
              </a:ext>
            </a:extLst>
          </p:cNvPr>
          <p:cNvSpPr txBox="1"/>
          <p:nvPr/>
        </p:nvSpPr>
        <p:spPr>
          <a:xfrm>
            <a:off x="5959801" y="1262270"/>
            <a:ext cx="1518364" cy="369332"/>
          </a:xfrm>
          <a:prstGeom prst="rect">
            <a:avLst/>
          </a:prstGeom>
          <a:noFill/>
        </p:spPr>
        <p:txBody>
          <a:bodyPr wrap="none" rtlCol="0">
            <a:spAutoFit/>
          </a:bodyPr>
          <a:lstStyle/>
          <a:p>
            <a:r>
              <a:rPr lang="en-US"/>
              <a:t>Future State:</a:t>
            </a:r>
          </a:p>
        </p:txBody>
      </p:sp>
    </p:spTree>
    <p:extLst>
      <p:ext uri="{BB962C8B-B14F-4D97-AF65-F5344CB8AC3E}">
        <p14:creationId xmlns:p14="http://schemas.microsoft.com/office/powerpoint/2010/main" val="416613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D6ABD84-3290-48DA-0F7E-AEA51A0F7D0A}"/>
              </a:ext>
            </a:extLst>
          </p:cNvPr>
          <p:cNvSpPr>
            <a:spLocks noGrp="1"/>
          </p:cNvSpPr>
          <p:nvPr>
            <p:ph idx="1"/>
          </p:nvPr>
        </p:nvSpPr>
        <p:spPr>
          <a:xfrm>
            <a:off x="366130" y="839796"/>
            <a:ext cx="11094306" cy="919078"/>
          </a:xfrm>
        </p:spPr>
        <p:txBody>
          <a:bodyPr/>
          <a:lstStyle/>
          <a:p>
            <a:r>
              <a:rPr lang="en-US"/>
              <a:t>If an entire article is restricted -- Users not in the Ownership Group will not see the article</a:t>
            </a:r>
          </a:p>
        </p:txBody>
      </p:sp>
      <p:sp>
        <p:nvSpPr>
          <p:cNvPr id="2" name="Title 1">
            <a:extLst>
              <a:ext uri="{FF2B5EF4-FFF2-40B4-BE49-F238E27FC236}">
                <a16:creationId xmlns:a16="http://schemas.microsoft.com/office/drawing/2014/main" id="{0DA81772-36F2-E680-D16F-773E0725F3AA}"/>
              </a:ext>
            </a:extLst>
          </p:cNvPr>
          <p:cNvSpPr>
            <a:spLocks noGrp="1"/>
          </p:cNvSpPr>
          <p:nvPr>
            <p:ph type="title"/>
          </p:nvPr>
        </p:nvSpPr>
        <p:spPr/>
        <p:txBody>
          <a:bodyPr>
            <a:normAutofit/>
          </a:bodyPr>
          <a:lstStyle/>
          <a:p>
            <a:r>
              <a:rPr lang="en-US" sz="4000"/>
              <a:t>Restricted Article</a:t>
            </a:r>
          </a:p>
        </p:txBody>
      </p:sp>
      <p:pic>
        <p:nvPicPr>
          <p:cNvPr id="5" name="Picture 4" descr="Graphical user interface, text&#10;&#10;AI-generated content may be incorrect.">
            <a:extLst>
              <a:ext uri="{FF2B5EF4-FFF2-40B4-BE49-F238E27FC236}">
                <a16:creationId xmlns:a16="http://schemas.microsoft.com/office/drawing/2014/main" id="{EE279104-233A-662F-BF2F-A5DED0A68A47}"/>
              </a:ext>
            </a:extLst>
          </p:cNvPr>
          <p:cNvPicPr>
            <a:picLocks noChangeAspect="1"/>
          </p:cNvPicPr>
          <p:nvPr/>
        </p:nvPicPr>
        <p:blipFill>
          <a:blip r:embed="rId3"/>
          <a:stretch>
            <a:fillRect/>
          </a:stretch>
        </p:blipFill>
        <p:spPr>
          <a:xfrm>
            <a:off x="371475" y="1897825"/>
            <a:ext cx="11258550" cy="3928641"/>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C3A80867-0F52-93C4-744C-DCCA589FBBB7}"/>
                  </a:ext>
                </a:extLst>
              </p14:cNvPr>
              <p14:cNvContentPartPr/>
              <p14:nvPr/>
            </p14:nvContentPartPr>
            <p14:xfrm>
              <a:off x="11398516" y="2077822"/>
              <a:ext cx="123840" cy="21240"/>
            </p14:xfrm>
          </p:contentPart>
        </mc:Choice>
        <mc:Fallback xmlns="">
          <p:pic>
            <p:nvPicPr>
              <p:cNvPr id="8" name="Ink 7">
                <a:extLst>
                  <a:ext uri="{FF2B5EF4-FFF2-40B4-BE49-F238E27FC236}">
                    <a16:creationId xmlns:a16="http://schemas.microsoft.com/office/drawing/2014/main" id="{C3A80867-0F52-93C4-744C-DCCA589FBBB7}"/>
                  </a:ext>
                </a:extLst>
              </p:cNvPr>
              <p:cNvPicPr/>
              <p:nvPr/>
            </p:nvPicPr>
            <p:blipFill>
              <a:blip r:embed="rId5"/>
              <a:stretch>
                <a:fillRect/>
              </a:stretch>
            </p:blipFill>
            <p:spPr>
              <a:xfrm>
                <a:off x="11362516" y="2005822"/>
                <a:ext cx="1954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561985E1-A0A0-8922-C228-DA99FE141FEC}"/>
                  </a:ext>
                </a:extLst>
              </p14:cNvPr>
              <p14:cNvContentPartPr/>
              <p14:nvPr/>
            </p14:nvContentPartPr>
            <p14:xfrm>
              <a:off x="11211316" y="2431342"/>
              <a:ext cx="175320" cy="360"/>
            </p14:xfrm>
          </p:contentPart>
        </mc:Choice>
        <mc:Fallback xmlns="">
          <p:pic>
            <p:nvPicPr>
              <p:cNvPr id="9" name="Ink 8">
                <a:extLst>
                  <a:ext uri="{FF2B5EF4-FFF2-40B4-BE49-F238E27FC236}">
                    <a16:creationId xmlns:a16="http://schemas.microsoft.com/office/drawing/2014/main" id="{561985E1-A0A0-8922-C228-DA99FE141FEC}"/>
                  </a:ext>
                </a:extLst>
              </p:cNvPr>
              <p:cNvPicPr/>
              <p:nvPr/>
            </p:nvPicPr>
            <p:blipFill>
              <a:blip r:embed="rId7"/>
              <a:stretch>
                <a:fillRect/>
              </a:stretch>
            </p:blipFill>
            <p:spPr>
              <a:xfrm>
                <a:off x="11175242" y="2359342"/>
                <a:ext cx="247107" cy="144000"/>
              </a:xfrm>
              <a:prstGeom prst="rect">
                <a:avLst/>
              </a:prstGeom>
            </p:spPr>
          </p:pic>
        </mc:Fallback>
      </mc:AlternateContent>
    </p:spTree>
    <p:extLst>
      <p:ext uri="{BB962C8B-B14F-4D97-AF65-F5344CB8AC3E}">
        <p14:creationId xmlns:p14="http://schemas.microsoft.com/office/powerpoint/2010/main" val="805746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2B18467-0892-A400-BEC0-A8073D7BB8EC}"/>
              </a:ext>
            </a:extLst>
          </p:cNvPr>
          <p:cNvSpPr>
            <a:spLocks noGrp="1"/>
          </p:cNvSpPr>
          <p:nvPr>
            <p:ph idx="1"/>
          </p:nvPr>
        </p:nvSpPr>
        <p:spPr/>
        <p:txBody>
          <a:bodyPr/>
          <a:lstStyle/>
          <a:p>
            <a:r>
              <a:rPr lang="en-US"/>
              <a:t>Article sections are restricted – Users not belonging to restriction groups will not see restricted sections.</a:t>
            </a:r>
          </a:p>
        </p:txBody>
      </p:sp>
      <p:sp>
        <p:nvSpPr>
          <p:cNvPr id="2" name="Title 1">
            <a:extLst>
              <a:ext uri="{FF2B5EF4-FFF2-40B4-BE49-F238E27FC236}">
                <a16:creationId xmlns:a16="http://schemas.microsoft.com/office/drawing/2014/main" id="{A48F5BC6-F196-90A7-D980-18CFA5E358DD}"/>
              </a:ext>
            </a:extLst>
          </p:cNvPr>
          <p:cNvSpPr>
            <a:spLocks noGrp="1"/>
          </p:cNvSpPr>
          <p:nvPr>
            <p:ph type="title"/>
          </p:nvPr>
        </p:nvSpPr>
        <p:spPr/>
        <p:txBody>
          <a:bodyPr>
            <a:noAutofit/>
          </a:bodyPr>
          <a:lstStyle/>
          <a:p>
            <a:r>
              <a:rPr lang="en-US" sz="3600"/>
              <a:t>Restricted Sections</a:t>
            </a:r>
          </a:p>
        </p:txBody>
      </p:sp>
      <p:pic>
        <p:nvPicPr>
          <p:cNvPr id="5" name="Picture 4" descr="Graphical user interface, text, application, email&#10;&#10;AI-generated content may be incorrect.">
            <a:extLst>
              <a:ext uri="{FF2B5EF4-FFF2-40B4-BE49-F238E27FC236}">
                <a16:creationId xmlns:a16="http://schemas.microsoft.com/office/drawing/2014/main" id="{BF08CDF9-D076-5610-D6A3-22F5C60AF72B}"/>
              </a:ext>
            </a:extLst>
          </p:cNvPr>
          <p:cNvPicPr>
            <a:picLocks noChangeAspect="1"/>
          </p:cNvPicPr>
          <p:nvPr/>
        </p:nvPicPr>
        <p:blipFill>
          <a:blip r:embed="rId3"/>
          <a:stretch>
            <a:fillRect/>
          </a:stretch>
        </p:blipFill>
        <p:spPr>
          <a:xfrm>
            <a:off x="1304925" y="1796932"/>
            <a:ext cx="9164329" cy="376290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42BF471-17FA-DC56-B545-BF4147527F2D}"/>
                  </a:ext>
                </a:extLst>
              </p14:cNvPr>
              <p14:cNvContentPartPr/>
              <p14:nvPr/>
            </p14:nvContentPartPr>
            <p14:xfrm>
              <a:off x="10172356" y="2036176"/>
              <a:ext cx="146160" cy="13680"/>
            </p14:xfrm>
          </p:contentPart>
        </mc:Choice>
        <mc:Fallback xmlns="">
          <p:pic>
            <p:nvPicPr>
              <p:cNvPr id="6" name="Ink 5">
                <a:extLst>
                  <a:ext uri="{FF2B5EF4-FFF2-40B4-BE49-F238E27FC236}">
                    <a16:creationId xmlns:a16="http://schemas.microsoft.com/office/drawing/2014/main" id="{B42BF471-17FA-DC56-B545-BF4147527F2D}"/>
                  </a:ext>
                </a:extLst>
              </p:cNvPr>
              <p:cNvPicPr/>
              <p:nvPr/>
            </p:nvPicPr>
            <p:blipFill>
              <a:blip r:embed="rId5"/>
              <a:stretch>
                <a:fillRect/>
              </a:stretch>
            </p:blipFill>
            <p:spPr>
              <a:xfrm>
                <a:off x="10136444" y="1964176"/>
                <a:ext cx="217624"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3DDD383-1919-FE74-B3F4-DCF8489288E0}"/>
                  </a:ext>
                </a:extLst>
              </p14:cNvPr>
              <p14:cNvContentPartPr/>
              <p14:nvPr/>
            </p14:nvContentPartPr>
            <p14:xfrm>
              <a:off x="1537396" y="3324256"/>
              <a:ext cx="1326600" cy="11160"/>
            </p14:xfrm>
          </p:contentPart>
        </mc:Choice>
        <mc:Fallback xmlns="">
          <p:pic>
            <p:nvPicPr>
              <p:cNvPr id="7" name="Ink 6">
                <a:extLst>
                  <a:ext uri="{FF2B5EF4-FFF2-40B4-BE49-F238E27FC236}">
                    <a16:creationId xmlns:a16="http://schemas.microsoft.com/office/drawing/2014/main" id="{43DDD383-1919-FE74-B3F4-DCF8489288E0}"/>
                  </a:ext>
                </a:extLst>
              </p:cNvPr>
              <p:cNvPicPr/>
              <p:nvPr/>
            </p:nvPicPr>
            <p:blipFill>
              <a:blip r:embed="rId7"/>
              <a:stretch>
                <a:fillRect/>
              </a:stretch>
            </p:blipFill>
            <p:spPr>
              <a:xfrm>
                <a:off x="1501396" y="3252256"/>
                <a:ext cx="1398240" cy="154800"/>
              </a:xfrm>
              <a:prstGeom prst="rect">
                <a:avLst/>
              </a:prstGeom>
            </p:spPr>
          </p:pic>
        </mc:Fallback>
      </mc:AlternateContent>
    </p:spTree>
    <p:extLst>
      <p:ext uri="{BB962C8B-B14F-4D97-AF65-F5344CB8AC3E}">
        <p14:creationId xmlns:p14="http://schemas.microsoft.com/office/powerpoint/2010/main" val="876643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4178B-14C3-9B95-70AF-F73FE1A56E57}"/>
            </a:ext>
          </a:extLst>
        </p:cNvPr>
        <p:cNvGrpSpPr/>
        <p:nvPr/>
      </p:nvGrpSpPr>
      <p:grpSpPr>
        <a:xfrm>
          <a:off x="0" y="0"/>
          <a:ext cx="0" cy="0"/>
          <a:chOff x="0" y="0"/>
          <a:chExt cx="0" cy="0"/>
        </a:xfrm>
      </p:grpSpPr>
      <p:pic>
        <p:nvPicPr>
          <p:cNvPr id="5" name="Content Placeholder 4" descr="A picture containing diagram&#10;&#10;AI-generated content may be incorrect.">
            <a:extLst>
              <a:ext uri="{FF2B5EF4-FFF2-40B4-BE49-F238E27FC236}">
                <a16:creationId xmlns:a16="http://schemas.microsoft.com/office/drawing/2014/main" id="{62E97A53-C54F-5AF9-753A-E8C585BDB749}"/>
              </a:ext>
            </a:extLst>
          </p:cNvPr>
          <p:cNvPicPr>
            <a:picLocks noGrp="1" noChangeAspect="1"/>
          </p:cNvPicPr>
          <p:nvPr>
            <p:ph idx="1"/>
          </p:nvPr>
        </p:nvPicPr>
        <p:blipFill>
          <a:blip r:embed="rId3"/>
          <a:stretch>
            <a:fillRect/>
          </a:stretch>
        </p:blipFill>
        <p:spPr>
          <a:xfrm>
            <a:off x="468206" y="1272134"/>
            <a:ext cx="9802593" cy="1476581"/>
          </a:xfrm>
          <a:prstGeom prst="rect">
            <a:avLst/>
          </a:prstGeom>
          <a:noFill/>
          <a:ln>
            <a:noFill/>
          </a:ln>
        </p:spPr>
      </p:pic>
      <p:sp>
        <p:nvSpPr>
          <p:cNvPr id="2" name="Title 1">
            <a:extLst>
              <a:ext uri="{FF2B5EF4-FFF2-40B4-BE49-F238E27FC236}">
                <a16:creationId xmlns:a16="http://schemas.microsoft.com/office/drawing/2014/main" id="{17BADD82-DB49-E7E9-68DC-ABA5E829A226}"/>
              </a:ext>
            </a:extLst>
          </p:cNvPr>
          <p:cNvSpPr>
            <a:spLocks noGrp="1"/>
          </p:cNvSpPr>
          <p:nvPr>
            <p:ph type="title"/>
          </p:nvPr>
        </p:nvSpPr>
        <p:spPr/>
        <p:txBody>
          <a:bodyPr>
            <a:normAutofit/>
          </a:bodyPr>
          <a:lstStyle/>
          <a:p>
            <a:r>
              <a:rPr lang="en-US" sz="4000"/>
              <a:t>Article expiration</a:t>
            </a:r>
          </a:p>
        </p:txBody>
      </p:sp>
      <p:pic>
        <p:nvPicPr>
          <p:cNvPr id="7" name="Picture 6" descr="Graphical user interface, text, application, email&#10;&#10;AI-generated content may be incorrect.">
            <a:extLst>
              <a:ext uri="{FF2B5EF4-FFF2-40B4-BE49-F238E27FC236}">
                <a16:creationId xmlns:a16="http://schemas.microsoft.com/office/drawing/2014/main" id="{34E426DE-B727-2750-7322-C91708A428A7}"/>
              </a:ext>
            </a:extLst>
          </p:cNvPr>
          <p:cNvPicPr>
            <a:picLocks noChangeAspect="1"/>
          </p:cNvPicPr>
          <p:nvPr/>
        </p:nvPicPr>
        <p:blipFill>
          <a:blip r:embed="rId4"/>
          <a:stretch>
            <a:fillRect/>
          </a:stretch>
        </p:blipFill>
        <p:spPr>
          <a:xfrm>
            <a:off x="6431972" y="2748715"/>
            <a:ext cx="6329212" cy="3258076"/>
          </a:xfrm>
          <a:prstGeom prst="rect">
            <a:avLst/>
          </a:prstGeom>
        </p:spPr>
      </p:pic>
      <p:pic>
        <p:nvPicPr>
          <p:cNvPr id="9" name="Picture 8">
            <a:extLst>
              <a:ext uri="{FF2B5EF4-FFF2-40B4-BE49-F238E27FC236}">
                <a16:creationId xmlns:a16="http://schemas.microsoft.com/office/drawing/2014/main" id="{FD3FEDDC-C048-CA80-0C17-B66C477D282A}"/>
              </a:ext>
            </a:extLst>
          </p:cNvPr>
          <p:cNvPicPr>
            <a:picLocks noChangeAspect="1"/>
          </p:cNvPicPr>
          <p:nvPr/>
        </p:nvPicPr>
        <p:blipFill>
          <a:blip r:embed="rId5"/>
          <a:stretch>
            <a:fillRect/>
          </a:stretch>
        </p:blipFill>
        <p:spPr>
          <a:xfrm>
            <a:off x="-12991" y="2790279"/>
            <a:ext cx="6216361" cy="3258075"/>
          </a:xfrm>
          <a:prstGeom prst="rect">
            <a:avLst/>
          </a:prstGeom>
        </p:spPr>
      </p:pic>
      <p:pic>
        <p:nvPicPr>
          <p:cNvPr id="11" name="Picture 10">
            <a:extLst>
              <a:ext uri="{FF2B5EF4-FFF2-40B4-BE49-F238E27FC236}">
                <a16:creationId xmlns:a16="http://schemas.microsoft.com/office/drawing/2014/main" id="{612CCD1F-4840-81E8-D663-230328974373}"/>
              </a:ext>
            </a:extLst>
          </p:cNvPr>
          <p:cNvPicPr>
            <a:picLocks noChangeAspect="1"/>
          </p:cNvPicPr>
          <p:nvPr/>
        </p:nvPicPr>
        <p:blipFill>
          <a:blip r:embed="rId6"/>
          <a:stretch>
            <a:fillRect/>
          </a:stretch>
        </p:blipFill>
        <p:spPr>
          <a:xfrm>
            <a:off x="6003043" y="496030"/>
            <a:ext cx="4363059" cy="409632"/>
          </a:xfrm>
          <a:prstGeom prst="rect">
            <a:avLst/>
          </a:prstGeom>
        </p:spPr>
      </p:pic>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3AA589F0-6EC9-6488-0547-0257DE02F003}"/>
                  </a:ext>
                </a:extLst>
              </p14:cNvPr>
              <p14:cNvContentPartPr/>
              <p14:nvPr/>
            </p14:nvContentPartPr>
            <p14:xfrm>
              <a:off x="6703391" y="633765"/>
              <a:ext cx="530645" cy="27904"/>
            </p14:xfrm>
          </p:contentPart>
        </mc:Choice>
        <mc:Fallback xmlns="">
          <p:pic>
            <p:nvPicPr>
              <p:cNvPr id="3" name="Ink 2">
                <a:extLst>
                  <a:ext uri="{FF2B5EF4-FFF2-40B4-BE49-F238E27FC236}">
                    <a16:creationId xmlns:a16="http://schemas.microsoft.com/office/drawing/2014/main" id="{3AA589F0-6EC9-6488-0547-0257DE02F003}"/>
                  </a:ext>
                </a:extLst>
              </p:cNvPr>
              <p:cNvPicPr/>
              <p:nvPr/>
            </p:nvPicPr>
            <p:blipFill>
              <a:blip r:embed="rId8"/>
              <a:stretch>
                <a:fillRect/>
              </a:stretch>
            </p:blipFill>
            <p:spPr>
              <a:xfrm>
                <a:off x="6649427" y="527800"/>
                <a:ext cx="638213" cy="239480"/>
              </a:xfrm>
              <a:prstGeom prst="rect">
                <a:avLst/>
              </a:prstGeom>
            </p:spPr>
          </p:pic>
        </mc:Fallback>
      </mc:AlternateContent>
    </p:spTree>
    <p:extLst>
      <p:ext uri="{BB962C8B-B14F-4D97-AF65-F5344CB8AC3E}">
        <p14:creationId xmlns:p14="http://schemas.microsoft.com/office/powerpoint/2010/main" val="1464160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1E884-18BA-A869-668C-A0A9D225F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39514-B9C6-1795-D3AB-7B94E9C8A534}"/>
              </a:ext>
            </a:extLst>
          </p:cNvPr>
          <p:cNvSpPr>
            <a:spLocks noGrp="1"/>
          </p:cNvSpPr>
          <p:nvPr>
            <p:ph type="title"/>
          </p:nvPr>
        </p:nvSpPr>
        <p:spPr/>
        <p:txBody>
          <a:bodyPr>
            <a:normAutofit/>
          </a:bodyPr>
          <a:lstStyle/>
          <a:p>
            <a:r>
              <a:rPr lang="en-US" sz="4000"/>
              <a:t>Unsubscribe (1/3)</a:t>
            </a:r>
          </a:p>
        </p:txBody>
      </p:sp>
      <p:pic>
        <p:nvPicPr>
          <p:cNvPr id="15" name="Picture 14" descr="Graphical user interface, text, application&#10;&#10;AI-generated content may be incorrect.">
            <a:extLst>
              <a:ext uri="{FF2B5EF4-FFF2-40B4-BE49-F238E27FC236}">
                <a16:creationId xmlns:a16="http://schemas.microsoft.com/office/drawing/2014/main" id="{F1411CC0-13C6-E2E3-6033-0538E4D4BC4D}"/>
              </a:ext>
            </a:extLst>
          </p:cNvPr>
          <p:cNvPicPr>
            <a:picLocks noChangeAspect="1"/>
          </p:cNvPicPr>
          <p:nvPr/>
        </p:nvPicPr>
        <p:blipFill>
          <a:blip r:embed="rId3"/>
          <a:stretch>
            <a:fillRect/>
          </a:stretch>
        </p:blipFill>
        <p:spPr>
          <a:xfrm>
            <a:off x="898817" y="758334"/>
            <a:ext cx="3077004" cy="2172003"/>
          </a:xfrm>
          <a:prstGeom prst="rect">
            <a:avLst/>
          </a:prstGeom>
        </p:spPr>
      </p:pic>
      <p:pic>
        <p:nvPicPr>
          <p:cNvPr id="17" name="Picture 16" descr="Graphical user interface, text, application&#10;&#10;AI-generated content may be incorrect.">
            <a:extLst>
              <a:ext uri="{FF2B5EF4-FFF2-40B4-BE49-F238E27FC236}">
                <a16:creationId xmlns:a16="http://schemas.microsoft.com/office/drawing/2014/main" id="{3B33BF9D-897C-BD67-BCCA-DB1B80C492CB}"/>
              </a:ext>
            </a:extLst>
          </p:cNvPr>
          <p:cNvPicPr>
            <a:picLocks noChangeAspect="1"/>
          </p:cNvPicPr>
          <p:nvPr/>
        </p:nvPicPr>
        <p:blipFill>
          <a:blip r:embed="rId4"/>
          <a:stretch>
            <a:fillRect/>
          </a:stretch>
        </p:blipFill>
        <p:spPr>
          <a:xfrm>
            <a:off x="575844" y="3314700"/>
            <a:ext cx="6154009" cy="2305372"/>
          </a:xfrm>
          <a:prstGeom prst="rect">
            <a:avLst/>
          </a:prstGeom>
        </p:spPr>
      </p:pic>
      <p:pic>
        <p:nvPicPr>
          <p:cNvPr id="19" name="Picture 18" descr="Graphical user interface, text, application&#10;&#10;AI-generated content may be incorrect.">
            <a:extLst>
              <a:ext uri="{FF2B5EF4-FFF2-40B4-BE49-F238E27FC236}">
                <a16:creationId xmlns:a16="http://schemas.microsoft.com/office/drawing/2014/main" id="{F1DB4E02-951F-F96F-3AD8-ADE552590D07}"/>
              </a:ext>
            </a:extLst>
          </p:cNvPr>
          <p:cNvPicPr>
            <a:picLocks noChangeAspect="1"/>
          </p:cNvPicPr>
          <p:nvPr/>
        </p:nvPicPr>
        <p:blipFill>
          <a:blip r:embed="rId5"/>
          <a:stretch>
            <a:fillRect/>
          </a:stretch>
        </p:blipFill>
        <p:spPr>
          <a:xfrm>
            <a:off x="7030090" y="598620"/>
            <a:ext cx="4586066" cy="4561210"/>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62FE6CD9-BAA6-7BC3-E3C8-C53148FFF232}"/>
                  </a:ext>
                </a:extLst>
              </p14:cNvPr>
              <p14:cNvContentPartPr/>
              <p14:nvPr/>
            </p14:nvContentPartPr>
            <p14:xfrm>
              <a:off x="5430456" y="4186176"/>
              <a:ext cx="1082386" cy="9645"/>
            </p14:xfrm>
          </p:contentPart>
        </mc:Choice>
        <mc:Fallback xmlns="">
          <p:pic>
            <p:nvPicPr>
              <p:cNvPr id="3" name="Ink 2">
                <a:extLst>
                  <a:ext uri="{FF2B5EF4-FFF2-40B4-BE49-F238E27FC236}">
                    <a16:creationId xmlns:a16="http://schemas.microsoft.com/office/drawing/2014/main" id="{62FE6CD9-BAA6-7BC3-E3C8-C53148FFF232}"/>
                  </a:ext>
                </a:extLst>
              </p:cNvPr>
              <p:cNvPicPr/>
              <p:nvPr/>
            </p:nvPicPr>
            <p:blipFill>
              <a:blip r:embed="rId7"/>
              <a:stretch>
                <a:fillRect/>
              </a:stretch>
            </p:blipFill>
            <p:spPr>
              <a:xfrm>
                <a:off x="5376463" y="1292676"/>
                <a:ext cx="1190013" cy="5787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268924EE-D96F-1BEA-2EF3-AC4F2105D93B}"/>
                  </a:ext>
                </a:extLst>
              </p14:cNvPr>
              <p14:cNvContentPartPr/>
              <p14:nvPr/>
            </p14:nvContentPartPr>
            <p14:xfrm>
              <a:off x="9443012" y="2864734"/>
              <a:ext cx="706176" cy="48686"/>
            </p14:xfrm>
          </p:contentPart>
        </mc:Choice>
        <mc:Fallback xmlns="">
          <p:pic>
            <p:nvPicPr>
              <p:cNvPr id="4" name="Ink 3">
                <a:extLst>
                  <a:ext uri="{FF2B5EF4-FFF2-40B4-BE49-F238E27FC236}">
                    <a16:creationId xmlns:a16="http://schemas.microsoft.com/office/drawing/2014/main" id="{268924EE-D96F-1BEA-2EF3-AC4F2105D93B}"/>
                  </a:ext>
                </a:extLst>
              </p:cNvPr>
              <p:cNvPicPr/>
              <p:nvPr/>
            </p:nvPicPr>
            <p:blipFill>
              <a:blip r:embed="rId9"/>
              <a:stretch>
                <a:fillRect/>
              </a:stretch>
            </p:blipFill>
            <p:spPr>
              <a:xfrm>
                <a:off x="9389051" y="2757338"/>
                <a:ext cx="813739" cy="263119"/>
              </a:xfrm>
              <a:prstGeom prst="rect">
                <a:avLst/>
              </a:prstGeom>
            </p:spPr>
          </p:pic>
        </mc:Fallback>
      </mc:AlternateContent>
    </p:spTree>
    <p:extLst>
      <p:ext uri="{BB962C8B-B14F-4D97-AF65-F5344CB8AC3E}">
        <p14:creationId xmlns:p14="http://schemas.microsoft.com/office/powerpoint/2010/main" val="3947391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88706-F113-A13C-9F92-F2D04CCE0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23B2B-EEDA-4988-6000-1335AA824E44}"/>
              </a:ext>
            </a:extLst>
          </p:cNvPr>
          <p:cNvSpPr>
            <a:spLocks noGrp="1"/>
          </p:cNvSpPr>
          <p:nvPr>
            <p:ph type="title"/>
          </p:nvPr>
        </p:nvSpPr>
        <p:spPr/>
        <p:txBody>
          <a:bodyPr>
            <a:normAutofit/>
          </a:bodyPr>
          <a:lstStyle/>
          <a:p>
            <a:r>
              <a:rPr lang="en-US" sz="4000"/>
              <a:t>Unsubscribe (2/3)</a:t>
            </a:r>
          </a:p>
        </p:txBody>
      </p:sp>
      <p:pic>
        <p:nvPicPr>
          <p:cNvPr id="6" name="Content Placeholder 5" descr="Graphical user interface, text, application&#10;&#10;AI-generated content may be incorrect.">
            <a:extLst>
              <a:ext uri="{FF2B5EF4-FFF2-40B4-BE49-F238E27FC236}">
                <a16:creationId xmlns:a16="http://schemas.microsoft.com/office/drawing/2014/main" id="{D672FEED-F559-A80A-5D54-3B52AC562681}"/>
              </a:ext>
            </a:extLst>
          </p:cNvPr>
          <p:cNvPicPr>
            <a:picLocks noGrp="1" noChangeAspect="1"/>
          </p:cNvPicPr>
          <p:nvPr>
            <p:ph idx="1"/>
          </p:nvPr>
        </p:nvPicPr>
        <p:blipFill>
          <a:blip r:embed="rId3"/>
          <a:stretch>
            <a:fillRect/>
          </a:stretch>
        </p:blipFill>
        <p:spPr>
          <a:xfrm>
            <a:off x="1542390" y="914174"/>
            <a:ext cx="2198237" cy="4611687"/>
          </a:xfrm>
          <a:prstGeom prst="rect">
            <a:avLst/>
          </a:prstGeom>
          <a:noFill/>
          <a:ln>
            <a:noFill/>
          </a:ln>
        </p:spPr>
      </p:pic>
      <p:pic>
        <p:nvPicPr>
          <p:cNvPr id="8" name="Picture 7" descr="A screenshot of a computer&#10;&#10;AI-generated content may be incorrect.">
            <a:extLst>
              <a:ext uri="{FF2B5EF4-FFF2-40B4-BE49-F238E27FC236}">
                <a16:creationId xmlns:a16="http://schemas.microsoft.com/office/drawing/2014/main" id="{58443FC0-ADB6-C609-FFC2-4E3D1700229B}"/>
              </a:ext>
            </a:extLst>
          </p:cNvPr>
          <p:cNvPicPr>
            <a:picLocks noChangeAspect="1"/>
          </p:cNvPicPr>
          <p:nvPr/>
        </p:nvPicPr>
        <p:blipFill>
          <a:blip r:embed="rId4"/>
          <a:stretch>
            <a:fillRect/>
          </a:stretch>
        </p:blipFill>
        <p:spPr>
          <a:xfrm>
            <a:off x="3974342" y="700846"/>
            <a:ext cx="7708291" cy="5146992"/>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53240AA-3AD5-8BA2-F578-BAA326E82A2C}"/>
                  </a:ext>
                </a:extLst>
              </p14:cNvPr>
              <p14:cNvContentPartPr/>
              <p14:nvPr/>
            </p14:nvContentPartPr>
            <p14:xfrm>
              <a:off x="2044860" y="1379449"/>
              <a:ext cx="525449" cy="9645"/>
            </p14:xfrm>
          </p:contentPart>
        </mc:Choice>
        <mc:Fallback xmlns="">
          <p:pic>
            <p:nvPicPr>
              <p:cNvPr id="4" name="Ink 3">
                <a:extLst>
                  <a:ext uri="{FF2B5EF4-FFF2-40B4-BE49-F238E27FC236}">
                    <a16:creationId xmlns:a16="http://schemas.microsoft.com/office/drawing/2014/main" id="{753240AA-3AD5-8BA2-F578-BAA326E82A2C}"/>
                  </a:ext>
                </a:extLst>
              </p:cNvPr>
              <p:cNvPicPr/>
              <p:nvPr/>
            </p:nvPicPr>
            <p:blipFill>
              <a:blip r:embed="rId6"/>
              <a:stretch>
                <a:fillRect/>
              </a:stretch>
            </p:blipFill>
            <p:spPr>
              <a:xfrm>
                <a:off x="1990876" y="1276110"/>
                <a:ext cx="633058" cy="215979"/>
              </a:xfrm>
              <a:prstGeom prst="rect">
                <a:avLst/>
              </a:prstGeom>
            </p:spPr>
          </p:pic>
        </mc:Fallback>
      </mc:AlternateContent>
    </p:spTree>
    <p:extLst>
      <p:ext uri="{BB962C8B-B14F-4D97-AF65-F5344CB8AC3E}">
        <p14:creationId xmlns:p14="http://schemas.microsoft.com/office/powerpoint/2010/main" val="2754913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4B24F-C5EE-DC89-1D54-A51693C4B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7E9BB-F665-111E-9D8F-4EF77EFEA23F}"/>
              </a:ext>
            </a:extLst>
          </p:cNvPr>
          <p:cNvSpPr>
            <a:spLocks noGrp="1"/>
          </p:cNvSpPr>
          <p:nvPr>
            <p:ph type="title"/>
          </p:nvPr>
        </p:nvSpPr>
        <p:spPr/>
        <p:txBody>
          <a:bodyPr>
            <a:normAutofit/>
          </a:bodyPr>
          <a:lstStyle/>
          <a:p>
            <a:r>
              <a:rPr lang="en-US" sz="4000"/>
              <a:t>Unsubscribe (3/3)</a:t>
            </a:r>
          </a:p>
        </p:txBody>
      </p:sp>
      <p:pic>
        <p:nvPicPr>
          <p:cNvPr id="10" name="Content Placeholder 9" descr="Graphical user interface, text, application, email&#10;&#10;AI-generated content may be incorrect.">
            <a:extLst>
              <a:ext uri="{FF2B5EF4-FFF2-40B4-BE49-F238E27FC236}">
                <a16:creationId xmlns:a16="http://schemas.microsoft.com/office/drawing/2014/main" id="{24FBFD1E-91CA-2AC6-68F8-2DB4790D4662}"/>
              </a:ext>
            </a:extLst>
          </p:cNvPr>
          <p:cNvPicPr>
            <a:picLocks noGrp="1" noChangeAspect="1"/>
          </p:cNvPicPr>
          <p:nvPr>
            <p:ph idx="1"/>
          </p:nvPr>
        </p:nvPicPr>
        <p:blipFill>
          <a:blip r:embed="rId3"/>
          <a:stretch>
            <a:fillRect/>
          </a:stretch>
        </p:blipFill>
        <p:spPr>
          <a:xfrm>
            <a:off x="752191" y="496162"/>
            <a:ext cx="7093302" cy="4846637"/>
          </a:xfrm>
          <a:prstGeom prst="rect">
            <a:avLst/>
          </a:prstGeom>
          <a:noFill/>
          <a:ln>
            <a:noFill/>
          </a:ln>
        </p:spPr>
      </p:pic>
      <p:pic>
        <p:nvPicPr>
          <p:cNvPr id="12" name="Picture 11" descr="Graphical user interface, text, application, email&#10;&#10;AI-generated content may be incorrect.">
            <a:extLst>
              <a:ext uri="{FF2B5EF4-FFF2-40B4-BE49-F238E27FC236}">
                <a16:creationId xmlns:a16="http://schemas.microsoft.com/office/drawing/2014/main" id="{D7451BE5-7687-A5E6-3CA7-87B4653B1048}"/>
              </a:ext>
            </a:extLst>
          </p:cNvPr>
          <p:cNvPicPr>
            <a:picLocks noChangeAspect="1"/>
          </p:cNvPicPr>
          <p:nvPr/>
        </p:nvPicPr>
        <p:blipFill>
          <a:blip r:embed="rId4"/>
          <a:stretch>
            <a:fillRect/>
          </a:stretch>
        </p:blipFill>
        <p:spPr>
          <a:xfrm>
            <a:off x="5629275" y="3102667"/>
            <a:ext cx="6011114" cy="2429214"/>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82A4C503-148A-2F50-D918-FAF5E0B146E4}"/>
                  </a:ext>
                </a:extLst>
              </p14:cNvPr>
              <p14:cNvContentPartPr/>
              <p14:nvPr/>
            </p14:nvContentPartPr>
            <p14:xfrm>
              <a:off x="6944320" y="1379316"/>
              <a:ext cx="78513" cy="1594357"/>
            </p14:xfrm>
          </p:contentPart>
        </mc:Choice>
        <mc:Fallback xmlns="">
          <p:pic>
            <p:nvPicPr>
              <p:cNvPr id="3" name="Ink 2">
                <a:extLst>
                  <a:ext uri="{FF2B5EF4-FFF2-40B4-BE49-F238E27FC236}">
                    <a16:creationId xmlns:a16="http://schemas.microsoft.com/office/drawing/2014/main" id="{82A4C503-148A-2F50-D918-FAF5E0B146E4}"/>
                  </a:ext>
                </a:extLst>
              </p:cNvPr>
              <p:cNvPicPr/>
              <p:nvPr/>
            </p:nvPicPr>
            <p:blipFill>
              <a:blip r:embed="rId6"/>
              <a:stretch>
                <a:fillRect/>
              </a:stretch>
            </p:blipFill>
            <p:spPr>
              <a:xfrm>
                <a:off x="6890544" y="1271346"/>
                <a:ext cx="185707" cy="1809937"/>
              </a:xfrm>
              <a:prstGeom prst="rect">
                <a:avLst/>
              </a:prstGeom>
            </p:spPr>
          </p:pic>
        </mc:Fallback>
      </mc:AlternateContent>
    </p:spTree>
    <p:extLst>
      <p:ext uri="{BB962C8B-B14F-4D97-AF65-F5344CB8AC3E}">
        <p14:creationId xmlns:p14="http://schemas.microsoft.com/office/powerpoint/2010/main" val="3666215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5CF02-CE9E-909A-E0FB-10A12E2BE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3C6C1-B9FD-733E-278F-30CC0F7BC802}"/>
              </a:ext>
            </a:extLst>
          </p:cNvPr>
          <p:cNvSpPr>
            <a:spLocks noGrp="1"/>
          </p:cNvSpPr>
          <p:nvPr>
            <p:ph type="title"/>
          </p:nvPr>
        </p:nvSpPr>
        <p:spPr/>
        <p:txBody>
          <a:bodyPr>
            <a:normAutofit/>
          </a:bodyPr>
          <a:lstStyle/>
          <a:p>
            <a:r>
              <a:rPr lang="en-US" sz="4000"/>
              <a:t>Feedback Notifications (2/2)</a:t>
            </a:r>
          </a:p>
        </p:txBody>
      </p:sp>
      <p:pic>
        <p:nvPicPr>
          <p:cNvPr id="9" name="Content Placeholder 8" descr="Graphical user interface, text, application&#10;&#10;AI-generated content may be incorrect.">
            <a:extLst>
              <a:ext uri="{FF2B5EF4-FFF2-40B4-BE49-F238E27FC236}">
                <a16:creationId xmlns:a16="http://schemas.microsoft.com/office/drawing/2014/main" id="{F702D856-7D98-C091-28E1-013995BE0CB5}"/>
              </a:ext>
            </a:extLst>
          </p:cNvPr>
          <p:cNvPicPr>
            <a:picLocks noGrp="1" noChangeAspect="1"/>
          </p:cNvPicPr>
          <p:nvPr>
            <p:ph idx="1"/>
          </p:nvPr>
        </p:nvPicPr>
        <p:blipFill>
          <a:blip r:embed="rId4"/>
          <a:stretch>
            <a:fillRect/>
          </a:stretch>
        </p:blipFill>
        <p:spPr>
          <a:xfrm>
            <a:off x="1299558" y="1764278"/>
            <a:ext cx="8659433" cy="3277057"/>
          </a:xfrm>
          <a:prstGeom prst="rect">
            <a:avLst/>
          </a:prstGeom>
          <a:noFill/>
          <a:ln>
            <a:noFill/>
          </a:ln>
        </p:spPr>
      </p:pic>
    </p:spTree>
    <p:extLst>
      <p:ext uri="{BB962C8B-B14F-4D97-AF65-F5344CB8AC3E}">
        <p14:creationId xmlns:p14="http://schemas.microsoft.com/office/powerpoint/2010/main" val="3825440786"/>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37F6E35-5E00-32EA-B909-0343DEACA22D}"/>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93675" y="1240553"/>
            <a:ext cx="11804650" cy="24955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22BFD59-4CCD-73C8-61B8-BDF5B9BAEE80}"/>
              </a:ext>
            </a:extLst>
          </p:cNvPr>
          <p:cNvSpPr>
            <a:spLocks noChangeArrowheads="1"/>
          </p:cNvSpPr>
          <p:nvPr/>
        </p:nvSpPr>
        <p:spPr bwMode="auto">
          <a:xfrm>
            <a:off x="466725" y="532052"/>
            <a:ext cx="2401619"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ea typeface="Aptos" panose="020B0004020202020204" pitchFamily="34" charset="0"/>
                <a:cs typeface="Aptos" panose="020B0004020202020204" pitchFamily="34" charset="0"/>
              </a:rPr>
              <a:t>For slide 10 “Edit – Existing article”,</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38CC7AAA-82A2-1F88-D378-71E6BDAC81B2}"/>
              </a:ext>
            </a:extLst>
          </p:cNvPr>
          <p:cNvSpPr>
            <a:spLocks noChangeArrowheads="1"/>
          </p:cNvSpPr>
          <p:nvPr/>
        </p:nvSpPr>
        <p:spPr bwMode="auto">
          <a:xfrm>
            <a:off x="466725" y="35255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Arial" panose="020B0604020202020204" pitchFamily="34" charset="0"/>
                <a:ea typeface="Aptos" panose="020B0004020202020204" pitchFamily="34" charset="0"/>
                <a:cs typeface="Aptos" panose="020B00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786717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dVOKJKoSLK6TN61V8v8Yg"/>
</p:tagLst>
</file>

<file path=ppt/theme/theme1.xml><?xml version="1.0" encoding="utf-8"?>
<a:theme xmlns:a="http://schemas.openxmlformats.org/drawingml/2006/main" name="USPS_Template_1">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1_USPS1">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Black"/>
        <a:ea typeface="ヒラギノ角ゴ Pro W3"/>
        <a:cs typeface=""/>
      </a:majorFont>
      <a:minorFont>
        <a:latin typeface="Arial"/>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A2118EEEE7654884B12165C3D67907" ma:contentTypeVersion="23" ma:contentTypeDescription="Create a new document." ma:contentTypeScope="" ma:versionID="afd4a76a05798a13cc6bfcfbd9a0fd1f">
  <xsd:schema xmlns:xsd="http://www.w3.org/2001/XMLSchema" xmlns:xs="http://www.w3.org/2001/XMLSchema" xmlns:p="http://schemas.microsoft.com/office/2006/metadata/properties" xmlns:ns1="http://schemas.microsoft.com/sharepoint/v3" xmlns:ns2="2e17ec3b-5c82-420b-bfa6-c6eeb136763f" xmlns:ns3="fe59e7d6-d258-4d53-9096-45e4a987b815" targetNamespace="http://schemas.microsoft.com/office/2006/metadata/properties" ma:root="true" ma:fieldsID="fd03861e33eb9d7c07b71328bffe961e" ns1:_="" ns2:_="" ns3:_="">
    <xsd:import namespace="http://schemas.microsoft.com/sharepoint/v3"/>
    <xsd:import namespace="2e17ec3b-5c82-420b-bfa6-c6eeb136763f"/>
    <xsd:import namespace="fe59e7d6-d258-4d53-9096-45e4a987b81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Epic" minOccurs="0"/>
                <xsd:element ref="ns2:ReleaseDate" minOccurs="0"/>
                <xsd:element ref="ns2:Developer" minOccurs="0"/>
                <xsd:element ref="ns2:BusinessAnalyst" minOccurs="0"/>
                <xsd:element ref="ns2:Reviewed"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e17ec3b-5c82-420b-bfa6-c6eeb13676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46b2910-02c8-4a71-be9c-50caa9ab8ad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Epic" ma:index="24" nillable="true" ma:displayName="Epic" ma:format="Dropdown" ma:internalName="Epic">
      <xsd:simpleType>
        <xsd:restriction base="dms:Text">
          <xsd:maxLength value="255"/>
        </xsd:restriction>
      </xsd:simpleType>
    </xsd:element>
    <xsd:element name="ReleaseDate" ma:index="25" nillable="true" ma:displayName="Release Date" ma:format="DateOnly" ma:internalName="ReleaseDate">
      <xsd:simpleType>
        <xsd:restriction base="dms:DateTime"/>
      </xsd:simpleType>
    </xsd:element>
    <xsd:element name="Developer" ma:index="26" nillable="true" ma:displayName="Developer" ma:description="Developer on call" ma:format="Dropdown" ma:list="UserInfo" ma:SharePointGroup="0" ma:internalName="Develop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BusinessAnalyst" ma:index="27" nillable="true" ma:displayName="Business Analyst" ma:description="Business analyst on call" ma:format="Dropdown" ma:list="UserInfo" ma:SharePointGroup="0" ma:internalName="BusinessAnalys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ewed" ma:index="28" nillable="true" ma:displayName="BA Reviewed" ma:default="0" ma:format="Dropdown" ma:internalName="Reviewed">
      <xsd:simpleType>
        <xsd:restriction base="dms:Boolean"/>
      </xsd:simpleType>
    </xsd:element>
    <xsd:element name="Comments" ma:index="29"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e59e7d6-d258-4d53-9096-45e4a987b81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bd391cf7-696d-4106-abab-56be1edc800c}" ma:internalName="TaxCatchAll" ma:showField="CatchAllData" ma:web="fe59e7d6-d258-4d53-9096-45e4a987b8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Developer xmlns="2e17ec3b-5c82-420b-bfa6-c6eeb136763f">
      <UserInfo>
        <DisplayName/>
        <AccountId xsi:nil="true"/>
        <AccountType/>
      </UserInfo>
    </Developer>
    <Comments xmlns="2e17ec3b-5c82-420b-bfa6-c6eeb136763f" xsi:nil="true"/>
    <BusinessAnalyst xmlns="2e17ec3b-5c82-420b-bfa6-c6eeb136763f">
      <UserInfo>
        <DisplayName/>
        <AccountId xsi:nil="true"/>
        <AccountType/>
      </UserInfo>
    </BusinessAnalyst>
    <ReleaseDate xmlns="2e17ec3b-5c82-420b-bfa6-c6eeb136763f" xsi:nil="true"/>
    <Epic xmlns="2e17ec3b-5c82-420b-bfa6-c6eeb136763f" xsi:nil="true"/>
    <_ip_UnifiedCompliancePolicyProperties xmlns="http://schemas.microsoft.com/sharepoint/v3" xsi:nil="true"/>
    <Reviewed xmlns="2e17ec3b-5c82-420b-bfa6-c6eeb136763f">false</Reviewed>
    <lcf76f155ced4ddcb4097134ff3c332f xmlns="2e17ec3b-5c82-420b-bfa6-c6eeb136763f">
      <Terms xmlns="http://schemas.microsoft.com/office/infopath/2007/PartnerControls"/>
    </lcf76f155ced4ddcb4097134ff3c332f>
    <TaxCatchAll xmlns="fe59e7d6-d258-4d53-9096-45e4a987b81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5A6FE5-0CF0-498D-ABF6-E477E9644F57}">
  <ds:schemaRefs>
    <ds:schemaRef ds:uri="2e17ec3b-5c82-420b-bfa6-c6eeb136763f"/>
    <ds:schemaRef ds:uri="fe59e7d6-d258-4d53-9096-45e4a987b8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721BF47-E6CA-4727-95B6-3DF4B357B3F8}">
  <ds:schemaRefs>
    <ds:schemaRef ds:uri="2e17ec3b-5c82-420b-bfa6-c6eeb136763f"/>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fe59e7d6-d258-4d53-9096-45e4a987b815"/>
    <ds:schemaRef ds:uri="http://purl.org/dc/terms/"/>
    <ds:schemaRef ds:uri="http://purl.org/dc/dcmitype/"/>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9B461221-B7BC-4049-AF4E-57803C41FDA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 Slide</Template>
  <TotalTime>86</TotalTime>
  <Words>1498</Words>
  <Application>Microsoft Office PowerPoint</Application>
  <PresentationFormat>Widescreen</PresentationFormat>
  <Paragraphs>211</Paragraphs>
  <Slides>32</Slides>
  <Notes>22</Notes>
  <HiddenSlides>0</HiddenSlides>
  <MMClips>0</MMClips>
  <ScaleCrop>false</ScaleCrop>
  <HeadingPairs>
    <vt:vector size="4" baseType="variant">
      <vt:variant>
        <vt:lpstr>Theme</vt:lpstr>
      </vt:variant>
      <vt:variant>
        <vt:i4>2</vt:i4>
      </vt:variant>
      <vt:variant>
        <vt:lpstr>Slide Titles</vt:lpstr>
      </vt:variant>
      <vt:variant>
        <vt:i4>32</vt:i4>
      </vt:variant>
    </vt:vector>
  </HeadingPairs>
  <TitlesOfParts>
    <vt:vector size="34" baseType="lpstr">
      <vt:lpstr>USPS_Template_1</vt:lpstr>
      <vt:lpstr>11_USPS1</vt:lpstr>
      <vt:lpstr>PowerPoint Presentation</vt:lpstr>
      <vt:lpstr>What is changing?</vt:lpstr>
      <vt:lpstr>Ownership Group and Author Capabilities</vt:lpstr>
      <vt:lpstr>Restricted Article / Sections</vt:lpstr>
      <vt:lpstr>PowerPoint Presentation</vt:lpstr>
      <vt:lpstr>Create a new Knowledge Base Article</vt:lpstr>
      <vt:lpstr>Create - OG member approves</vt:lpstr>
      <vt:lpstr>Create – KBA published</vt:lpstr>
      <vt:lpstr>PowerPoint Presentation</vt:lpstr>
      <vt:lpstr>Edit - Existing article</vt:lpstr>
      <vt:lpstr>Edit – Approval / Publish</vt:lpstr>
      <vt:lpstr>PowerPoint Presentation</vt:lpstr>
      <vt:lpstr>Article Rejected – revise and resubmit</vt:lpstr>
      <vt:lpstr>PowerPoint Presentation</vt:lpstr>
      <vt:lpstr>Approval Notification</vt:lpstr>
      <vt:lpstr>Published Notification</vt:lpstr>
      <vt:lpstr>Expiry Notification</vt:lpstr>
      <vt:lpstr>Feedback Notification</vt:lpstr>
      <vt:lpstr>Subscription Notification</vt:lpstr>
      <vt:lpstr>Unsubscribe from the Subscription Notifications</vt:lpstr>
      <vt:lpstr>PowerPoint Presentation</vt:lpstr>
      <vt:lpstr>PowerPoint Presentation</vt:lpstr>
      <vt:lpstr>PowerPoint Presentation</vt:lpstr>
      <vt:lpstr>Updated Form</vt:lpstr>
      <vt:lpstr>Restricted Article</vt:lpstr>
      <vt:lpstr>Restricted Sections</vt:lpstr>
      <vt:lpstr>Article expiration</vt:lpstr>
      <vt:lpstr>Unsubscribe (1/3)</vt:lpstr>
      <vt:lpstr>Unsubscribe (2/3)</vt:lpstr>
      <vt:lpstr>Unsubscribe (3/3)</vt:lpstr>
      <vt:lpstr>Feedback Notifications (2/2)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Kulczycki, Alexander - St Louis, MO</dc:creator>
  <cp:lastModifiedBy>Macejkovic, Amie M - Eagan, MN</cp:lastModifiedBy>
  <cp:revision>2</cp:revision>
  <dcterms:created xsi:type="dcterms:W3CDTF">2026-03-24T14:32:15Z</dcterms:created>
  <dcterms:modified xsi:type="dcterms:W3CDTF">2026-04-14T20:56:38Z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0x010100D6A2118EEEE7654884B12165C3D67907</vt:lpwstr>
  </property>
  <property fmtid="{D5CDD505-2E9C-101B-9397-08002B2CF9AE}" pid="3" name="MediaServiceImageTags">
    <vt:lpwstr/>
  </property>
</Properties>
</file>